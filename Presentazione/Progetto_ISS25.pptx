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1" r:id="rId6"/>
    <p:sldId id="260" r:id="rId7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9C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6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10" Type="http://schemas.openxmlformats.org/officeDocument/2006/relationships/image" Target="../media/image11.svg"/><Relationship Id="rId4" Type="http://schemas.openxmlformats.org/officeDocument/2006/relationships/image" Target="../media/image5.svg"/><Relationship Id="rId9" Type="http://schemas.openxmlformats.org/officeDocument/2006/relationships/image" Target="../media/image1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05B6E6C-35E9-4A30-9520-9B700DEDAB39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C0EF6D4-6CB1-4395-9670-487E70617623}">
      <dgm:prSet/>
      <dgm:spPr/>
      <dgm:t>
        <a:bodyPr/>
        <a:lstStyle/>
        <a:p>
          <a:pPr>
            <a:lnSpc>
              <a:spcPct val="100000"/>
            </a:lnSpc>
          </a:pPr>
          <a:r>
            <a:rPr lang="it-IT"/>
            <a:t>Formalizzazione dei </a:t>
          </a:r>
          <a:r>
            <a:rPr lang="it-IT" b="1"/>
            <a:t>requisiti del committente</a:t>
          </a:r>
          <a:endParaRPr lang="en-US"/>
        </a:p>
      </dgm:t>
    </dgm:pt>
    <dgm:pt modelId="{5D19C077-442B-437A-8190-631F65E5E064}" type="parTrans" cxnId="{4BBDFD83-26BE-4085-B0C5-A01D7A61AD9A}">
      <dgm:prSet/>
      <dgm:spPr/>
      <dgm:t>
        <a:bodyPr/>
        <a:lstStyle/>
        <a:p>
          <a:endParaRPr lang="en-US"/>
        </a:p>
      </dgm:t>
    </dgm:pt>
    <dgm:pt modelId="{F8EC0F27-1582-4A0C-8E10-9C9CE26DFD1C}" type="sibTrans" cxnId="{4BBDFD83-26BE-4085-B0C5-A01D7A61AD9A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20237826-3343-4B7E-8A23-07ADC6C6D709}">
      <dgm:prSet/>
      <dgm:spPr/>
      <dgm:t>
        <a:bodyPr/>
        <a:lstStyle/>
        <a:p>
          <a:pPr>
            <a:lnSpc>
              <a:spcPct val="100000"/>
            </a:lnSpc>
          </a:pPr>
          <a:r>
            <a:rPr lang="it-IT"/>
            <a:t>Analisi dei componenti </a:t>
          </a:r>
          <a:r>
            <a:rPr lang="it-IT" b="1"/>
            <a:t>basicrobot</a:t>
          </a:r>
          <a:r>
            <a:rPr lang="it-IT"/>
            <a:t> e </a:t>
          </a:r>
          <a:r>
            <a:rPr lang="it-IT" b="1"/>
            <a:t>productservice</a:t>
          </a:r>
          <a:endParaRPr lang="en-US"/>
        </a:p>
      </dgm:t>
    </dgm:pt>
    <dgm:pt modelId="{30E3D1C9-167B-4B25-B6DE-DC53AE167DC7}" type="parTrans" cxnId="{E7ABCB77-B4E4-4D4A-B043-81A45F186DC6}">
      <dgm:prSet/>
      <dgm:spPr/>
      <dgm:t>
        <a:bodyPr/>
        <a:lstStyle/>
        <a:p>
          <a:endParaRPr lang="en-US"/>
        </a:p>
      </dgm:t>
    </dgm:pt>
    <dgm:pt modelId="{D037363B-9A4B-4821-8CB8-D66E58626657}" type="sibTrans" cxnId="{E7ABCB77-B4E4-4D4A-B043-81A45F186DC6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D8AF60D5-25C7-4B86-8EE9-1EFBB643C5D9}">
      <dgm:prSet/>
      <dgm:spPr/>
      <dgm:t>
        <a:bodyPr/>
        <a:lstStyle/>
        <a:p>
          <a:pPr>
            <a:lnSpc>
              <a:spcPct val="100000"/>
            </a:lnSpc>
          </a:pPr>
          <a:r>
            <a:rPr lang="it-IT"/>
            <a:t>Mappatura della </a:t>
          </a:r>
          <a:r>
            <a:rPr lang="it-IT" b="1"/>
            <a:t>Hold</a:t>
          </a:r>
          <a:endParaRPr lang="en-US"/>
        </a:p>
      </dgm:t>
    </dgm:pt>
    <dgm:pt modelId="{D532804B-1DB1-4944-A7D4-826206D2D738}" type="parTrans" cxnId="{D4B87489-C424-4216-A74C-C68560E2B347}">
      <dgm:prSet/>
      <dgm:spPr/>
      <dgm:t>
        <a:bodyPr/>
        <a:lstStyle/>
        <a:p>
          <a:endParaRPr lang="en-US"/>
        </a:p>
      </dgm:t>
    </dgm:pt>
    <dgm:pt modelId="{580EFA3F-9534-460F-A64D-76EE8348650C}" type="sibTrans" cxnId="{D4B87489-C424-4216-A74C-C68560E2B347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AB774013-B5BA-43F3-A90C-5C8D4851F474}">
      <dgm:prSet/>
      <dgm:spPr/>
      <dgm:t>
        <a:bodyPr/>
        <a:lstStyle/>
        <a:p>
          <a:pPr>
            <a:lnSpc>
              <a:spcPct val="100000"/>
            </a:lnSpc>
          </a:pPr>
          <a:r>
            <a:rPr lang="it-IT"/>
            <a:t>Definizione dell’</a:t>
          </a:r>
          <a:r>
            <a:rPr lang="it-IT" b="1"/>
            <a:t>architettura logica del sistema</a:t>
          </a:r>
          <a:endParaRPr lang="en-US"/>
        </a:p>
      </dgm:t>
    </dgm:pt>
    <dgm:pt modelId="{9D6245C4-BB02-46EB-A289-B366413B4263}" type="parTrans" cxnId="{2CD15F77-8B49-4E97-9897-B00DC379EA68}">
      <dgm:prSet/>
      <dgm:spPr/>
      <dgm:t>
        <a:bodyPr/>
        <a:lstStyle/>
        <a:p>
          <a:endParaRPr lang="en-US"/>
        </a:p>
      </dgm:t>
    </dgm:pt>
    <dgm:pt modelId="{E2C165E0-6D99-439B-811E-B0E913E2BA71}" type="sibTrans" cxnId="{2CD15F77-8B49-4E97-9897-B00DC379EA68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43914FA5-431B-41A2-B1F9-A40CF12DE2DE}">
      <dgm:prSet/>
      <dgm:spPr/>
      <dgm:t>
        <a:bodyPr/>
        <a:lstStyle/>
        <a:p>
          <a:pPr>
            <a:lnSpc>
              <a:spcPct val="100000"/>
            </a:lnSpc>
          </a:pPr>
          <a:r>
            <a:rPr lang="it-IT" dirty="0"/>
            <a:t>Definizione di un </a:t>
          </a:r>
          <a:r>
            <a:rPr lang="it-IT" b="1" dirty="0"/>
            <a:t>piano di testing </a:t>
          </a:r>
          <a:r>
            <a:rPr lang="it-IT" dirty="0"/>
            <a:t>iniziale</a:t>
          </a:r>
          <a:endParaRPr lang="en-US" dirty="0"/>
        </a:p>
      </dgm:t>
    </dgm:pt>
    <dgm:pt modelId="{FFF1C9E3-B053-44CB-91C3-E08CB5DC43F0}" type="parTrans" cxnId="{2E7AB0E8-5917-4327-ACA6-E22923689BA0}">
      <dgm:prSet/>
      <dgm:spPr/>
      <dgm:t>
        <a:bodyPr/>
        <a:lstStyle/>
        <a:p>
          <a:endParaRPr lang="en-US"/>
        </a:p>
      </dgm:t>
    </dgm:pt>
    <dgm:pt modelId="{6A8B3EF0-0BAD-49FC-81A0-17A622F461A9}" type="sibTrans" cxnId="{2E7AB0E8-5917-4327-ACA6-E22923689BA0}">
      <dgm:prSet/>
      <dgm:spPr/>
      <dgm:t>
        <a:bodyPr/>
        <a:lstStyle/>
        <a:p>
          <a:endParaRPr lang="en-US"/>
        </a:p>
      </dgm:t>
    </dgm:pt>
    <dgm:pt modelId="{ECDB0AA5-14E3-4DF5-AA5E-EEF85EBE4380}" type="pres">
      <dgm:prSet presAssocID="{F05B6E6C-35E9-4A30-9520-9B700DEDAB39}" presName="root" presStyleCnt="0">
        <dgm:presLayoutVars>
          <dgm:dir/>
          <dgm:resizeHandles val="exact"/>
        </dgm:presLayoutVars>
      </dgm:prSet>
      <dgm:spPr/>
    </dgm:pt>
    <dgm:pt modelId="{28745F6B-C23A-4413-9830-611FE75D5CC3}" type="pres">
      <dgm:prSet presAssocID="{F05B6E6C-35E9-4A30-9520-9B700DEDAB39}" presName="container" presStyleCnt="0">
        <dgm:presLayoutVars>
          <dgm:dir/>
          <dgm:resizeHandles val="exact"/>
        </dgm:presLayoutVars>
      </dgm:prSet>
      <dgm:spPr/>
    </dgm:pt>
    <dgm:pt modelId="{CE46AE66-43CF-4627-B464-F768A245093E}" type="pres">
      <dgm:prSet presAssocID="{8C0EF6D4-6CB1-4395-9670-487E70617623}" presName="compNode" presStyleCnt="0"/>
      <dgm:spPr/>
    </dgm:pt>
    <dgm:pt modelId="{2131B3C9-D92B-4117-AF42-61B49E2497AD}" type="pres">
      <dgm:prSet presAssocID="{8C0EF6D4-6CB1-4395-9670-487E70617623}" presName="iconBgRect" presStyleLbl="bgShp" presStyleIdx="0" presStyleCnt="5"/>
      <dgm:spPr/>
    </dgm:pt>
    <dgm:pt modelId="{4269B600-3E7F-49DA-A1FE-3937F2EE2779}" type="pres">
      <dgm:prSet presAssocID="{8C0EF6D4-6CB1-4395-9670-487E70617623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gno di spunta"/>
        </a:ext>
      </dgm:extLst>
    </dgm:pt>
    <dgm:pt modelId="{E7A1534D-034A-4CEA-9874-E0D4BA5991E7}" type="pres">
      <dgm:prSet presAssocID="{8C0EF6D4-6CB1-4395-9670-487E70617623}" presName="spaceRect" presStyleCnt="0"/>
      <dgm:spPr/>
    </dgm:pt>
    <dgm:pt modelId="{39F936B9-B204-4CC7-B16C-B0B1DFFAAEEA}" type="pres">
      <dgm:prSet presAssocID="{8C0EF6D4-6CB1-4395-9670-487E70617623}" presName="textRect" presStyleLbl="revTx" presStyleIdx="0" presStyleCnt="5">
        <dgm:presLayoutVars>
          <dgm:chMax val="1"/>
          <dgm:chPref val="1"/>
        </dgm:presLayoutVars>
      </dgm:prSet>
      <dgm:spPr/>
    </dgm:pt>
    <dgm:pt modelId="{A6A21500-A6E5-4ADC-8394-731D0D7C2F3D}" type="pres">
      <dgm:prSet presAssocID="{F8EC0F27-1582-4A0C-8E10-9C9CE26DFD1C}" presName="sibTrans" presStyleLbl="sibTrans2D1" presStyleIdx="0" presStyleCnt="0"/>
      <dgm:spPr/>
    </dgm:pt>
    <dgm:pt modelId="{3D63F246-6597-41B3-B432-43E170A420C3}" type="pres">
      <dgm:prSet presAssocID="{20237826-3343-4B7E-8A23-07ADC6C6D709}" presName="compNode" presStyleCnt="0"/>
      <dgm:spPr/>
    </dgm:pt>
    <dgm:pt modelId="{DA2BD37A-79E2-422A-ADB0-220EDF61F2AF}" type="pres">
      <dgm:prSet presAssocID="{20237826-3343-4B7E-8A23-07ADC6C6D709}" presName="iconBgRect" presStyleLbl="bgShp" presStyleIdx="1" presStyleCnt="5"/>
      <dgm:spPr/>
    </dgm:pt>
    <dgm:pt modelId="{FA01F935-1098-40E1-8077-5A8C2AD18D46}" type="pres">
      <dgm:prSet presAssocID="{20237826-3343-4B7E-8A23-07ADC6C6D709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icerca con riempimento a tinta unita"/>
        </a:ext>
      </dgm:extLst>
    </dgm:pt>
    <dgm:pt modelId="{FD1F671D-FCB6-42E9-9F1C-5F8DBCC11DBA}" type="pres">
      <dgm:prSet presAssocID="{20237826-3343-4B7E-8A23-07ADC6C6D709}" presName="spaceRect" presStyleCnt="0"/>
      <dgm:spPr/>
    </dgm:pt>
    <dgm:pt modelId="{C31AEA69-43D5-45D5-BC89-9F8C88E01D36}" type="pres">
      <dgm:prSet presAssocID="{20237826-3343-4B7E-8A23-07ADC6C6D709}" presName="textRect" presStyleLbl="revTx" presStyleIdx="1" presStyleCnt="5">
        <dgm:presLayoutVars>
          <dgm:chMax val="1"/>
          <dgm:chPref val="1"/>
        </dgm:presLayoutVars>
      </dgm:prSet>
      <dgm:spPr/>
    </dgm:pt>
    <dgm:pt modelId="{3123AFFE-5791-4B6A-81B9-18DC72000CAA}" type="pres">
      <dgm:prSet presAssocID="{D037363B-9A4B-4821-8CB8-D66E58626657}" presName="sibTrans" presStyleLbl="sibTrans2D1" presStyleIdx="0" presStyleCnt="0"/>
      <dgm:spPr/>
    </dgm:pt>
    <dgm:pt modelId="{F51B5CD7-4176-4C90-9CDE-04D072D02EE9}" type="pres">
      <dgm:prSet presAssocID="{D8AF60D5-25C7-4B86-8EE9-1EFBB643C5D9}" presName="compNode" presStyleCnt="0"/>
      <dgm:spPr/>
    </dgm:pt>
    <dgm:pt modelId="{7F72141E-C048-46FB-931D-DEF369846BB7}" type="pres">
      <dgm:prSet presAssocID="{D8AF60D5-25C7-4B86-8EE9-1EFBB643C5D9}" presName="iconBgRect" presStyleLbl="bgShp" presStyleIdx="2" presStyleCnt="5"/>
      <dgm:spPr/>
    </dgm:pt>
    <dgm:pt modelId="{8F550F39-0992-4B3E-9187-8BDB0A86E591}" type="pres">
      <dgm:prSet presAssocID="{D8AF60D5-25C7-4B86-8EE9-1EFBB643C5D9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Indicatore"/>
        </a:ext>
      </dgm:extLst>
    </dgm:pt>
    <dgm:pt modelId="{D54A74A0-FA8E-4982-803A-C24F564BFDEA}" type="pres">
      <dgm:prSet presAssocID="{D8AF60D5-25C7-4B86-8EE9-1EFBB643C5D9}" presName="spaceRect" presStyleCnt="0"/>
      <dgm:spPr/>
    </dgm:pt>
    <dgm:pt modelId="{D7E29B48-CFFE-49E0-97B9-4113AE6FA3CE}" type="pres">
      <dgm:prSet presAssocID="{D8AF60D5-25C7-4B86-8EE9-1EFBB643C5D9}" presName="textRect" presStyleLbl="revTx" presStyleIdx="2" presStyleCnt="5">
        <dgm:presLayoutVars>
          <dgm:chMax val="1"/>
          <dgm:chPref val="1"/>
        </dgm:presLayoutVars>
      </dgm:prSet>
      <dgm:spPr/>
    </dgm:pt>
    <dgm:pt modelId="{C0E130F2-F157-4B3B-8390-1BC848087ECF}" type="pres">
      <dgm:prSet presAssocID="{580EFA3F-9534-460F-A64D-76EE8348650C}" presName="sibTrans" presStyleLbl="sibTrans2D1" presStyleIdx="0" presStyleCnt="0"/>
      <dgm:spPr/>
    </dgm:pt>
    <dgm:pt modelId="{5F623A84-9030-41C1-8C5D-9222EEBAC0BF}" type="pres">
      <dgm:prSet presAssocID="{AB774013-B5BA-43F3-A90C-5C8D4851F474}" presName="compNode" presStyleCnt="0"/>
      <dgm:spPr/>
    </dgm:pt>
    <dgm:pt modelId="{9CF86B7E-23B2-463C-9FB5-7EB22012CD83}" type="pres">
      <dgm:prSet presAssocID="{AB774013-B5BA-43F3-A90C-5C8D4851F474}" presName="iconBgRect" presStyleLbl="bgShp" presStyleIdx="3" presStyleCnt="5"/>
      <dgm:spPr/>
    </dgm:pt>
    <dgm:pt modelId="{9961872D-8886-4D87-BF5A-927E46C2C721}" type="pres">
      <dgm:prSet presAssocID="{AB774013-B5BA-43F3-A90C-5C8D4851F474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1D9653D3-C780-448D-8EF7-5B153A206C49}" type="pres">
      <dgm:prSet presAssocID="{AB774013-B5BA-43F3-A90C-5C8D4851F474}" presName="spaceRect" presStyleCnt="0"/>
      <dgm:spPr/>
    </dgm:pt>
    <dgm:pt modelId="{1B912DEB-007B-4DAC-B6A9-AC0A90E201CB}" type="pres">
      <dgm:prSet presAssocID="{AB774013-B5BA-43F3-A90C-5C8D4851F474}" presName="textRect" presStyleLbl="revTx" presStyleIdx="3" presStyleCnt="5">
        <dgm:presLayoutVars>
          <dgm:chMax val="1"/>
          <dgm:chPref val="1"/>
        </dgm:presLayoutVars>
      </dgm:prSet>
      <dgm:spPr/>
    </dgm:pt>
    <dgm:pt modelId="{F1A494FA-B2AC-46E5-AE73-3C30F725A97B}" type="pres">
      <dgm:prSet presAssocID="{E2C165E0-6D99-439B-811E-B0E913E2BA71}" presName="sibTrans" presStyleLbl="sibTrans2D1" presStyleIdx="0" presStyleCnt="0"/>
      <dgm:spPr/>
    </dgm:pt>
    <dgm:pt modelId="{F92CE00D-BEFD-4B66-95C6-55F8EC87511D}" type="pres">
      <dgm:prSet presAssocID="{43914FA5-431B-41A2-B1F9-A40CF12DE2DE}" presName="compNode" presStyleCnt="0"/>
      <dgm:spPr/>
    </dgm:pt>
    <dgm:pt modelId="{EC64706F-0005-400B-AF55-5E1DC44F8EFB}" type="pres">
      <dgm:prSet presAssocID="{43914FA5-431B-41A2-B1F9-A40CF12DE2DE}" presName="iconBgRect" presStyleLbl="bgShp" presStyleIdx="4" presStyleCnt="5"/>
      <dgm:spPr/>
    </dgm:pt>
    <dgm:pt modelId="{F95A2B4E-56FC-492B-8040-27D908A2621F}" type="pres">
      <dgm:prSet presAssocID="{43914FA5-431B-41A2-B1F9-A40CF12DE2DE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agramma di Gantt con riempimento a tinta unita"/>
        </a:ext>
      </dgm:extLst>
    </dgm:pt>
    <dgm:pt modelId="{DB41F892-F33C-4F3D-B32C-83FD9769E55A}" type="pres">
      <dgm:prSet presAssocID="{43914FA5-431B-41A2-B1F9-A40CF12DE2DE}" presName="spaceRect" presStyleCnt="0"/>
      <dgm:spPr/>
    </dgm:pt>
    <dgm:pt modelId="{6A780F5E-167A-4F1C-B474-54BD1AC0C668}" type="pres">
      <dgm:prSet presAssocID="{43914FA5-431B-41A2-B1F9-A40CF12DE2DE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88609003-D859-4758-ACBF-B8514A49408F}" type="presOf" srcId="{D8AF60D5-25C7-4B86-8EE9-1EFBB643C5D9}" destId="{D7E29B48-CFFE-49E0-97B9-4113AE6FA3CE}" srcOrd="0" destOrd="0" presId="urn:microsoft.com/office/officeart/2018/2/layout/IconCircleList"/>
    <dgm:cxn modelId="{51B5692B-0FE6-4EC5-A72A-25C58B4782AB}" type="presOf" srcId="{E2C165E0-6D99-439B-811E-B0E913E2BA71}" destId="{F1A494FA-B2AC-46E5-AE73-3C30F725A97B}" srcOrd="0" destOrd="0" presId="urn:microsoft.com/office/officeart/2018/2/layout/IconCircleList"/>
    <dgm:cxn modelId="{412C4D68-B916-4F51-B8E7-00302A99EA2D}" type="presOf" srcId="{AB774013-B5BA-43F3-A90C-5C8D4851F474}" destId="{1B912DEB-007B-4DAC-B6A9-AC0A90E201CB}" srcOrd="0" destOrd="0" presId="urn:microsoft.com/office/officeart/2018/2/layout/IconCircleList"/>
    <dgm:cxn modelId="{8F83D34A-B8DA-4B55-97AC-589703EA42B1}" type="presOf" srcId="{8C0EF6D4-6CB1-4395-9670-487E70617623}" destId="{39F936B9-B204-4CC7-B16C-B0B1DFFAAEEA}" srcOrd="0" destOrd="0" presId="urn:microsoft.com/office/officeart/2018/2/layout/IconCircleList"/>
    <dgm:cxn modelId="{9A05F26B-CB94-471A-A2C1-328258CD45EF}" type="presOf" srcId="{20237826-3343-4B7E-8A23-07ADC6C6D709}" destId="{C31AEA69-43D5-45D5-BC89-9F8C88E01D36}" srcOrd="0" destOrd="0" presId="urn:microsoft.com/office/officeart/2018/2/layout/IconCircleList"/>
    <dgm:cxn modelId="{2CD15F77-8B49-4E97-9897-B00DC379EA68}" srcId="{F05B6E6C-35E9-4A30-9520-9B700DEDAB39}" destId="{AB774013-B5BA-43F3-A90C-5C8D4851F474}" srcOrd="3" destOrd="0" parTransId="{9D6245C4-BB02-46EB-A289-B366413B4263}" sibTransId="{E2C165E0-6D99-439B-811E-B0E913E2BA71}"/>
    <dgm:cxn modelId="{E7ABCB77-B4E4-4D4A-B043-81A45F186DC6}" srcId="{F05B6E6C-35E9-4A30-9520-9B700DEDAB39}" destId="{20237826-3343-4B7E-8A23-07ADC6C6D709}" srcOrd="1" destOrd="0" parTransId="{30E3D1C9-167B-4B25-B6DE-DC53AE167DC7}" sibTransId="{D037363B-9A4B-4821-8CB8-D66E58626657}"/>
    <dgm:cxn modelId="{9AA90578-5939-4DC9-A3B0-4828E70DF1A9}" type="presOf" srcId="{D037363B-9A4B-4821-8CB8-D66E58626657}" destId="{3123AFFE-5791-4B6A-81B9-18DC72000CAA}" srcOrd="0" destOrd="0" presId="urn:microsoft.com/office/officeart/2018/2/layout/IconCircleList"/>
    <dgm:cxn modelId="{4BBDFD83-26BE-4085-B0C5-A01D7A61AD9A}" srcId="{F05B6E6C-35E9-4A30-9520-9B700DEDAB39}" destId="{8C0EF6D4-6CB1-4395-9670-487E70617623}" srcOrd="0" destOrd="0" parTransId="{5D19C077-442B-437A-8190-631F65E5E064}" sibTransId="{F8EC0F27-1582-4A0C-8E10-9C9CE26DFD1C}"/>
    <dgm:cxn modelId="{D4B87489-C424-4216-A74C-C68560E2B347}" srcId="{F05B6E6C-35E9-4A30-9520-9B700DEDAB39}" destId="{D8AF60D5-25C7-4B86-8EE9-1EFBB643C5D9}" srcOrd="2" destOrd="0" parTransId="{D532804B-1DB1-4944-A7D4-826206D2D738}" sibTransId="{580EFA3F-9534-460F-A64D-76EE8348650C}"/>
    <dgm:cxn modelId="{3365CA99-0C9E-4B35-A315-1DE8FA8ABD9B}" type="presOf" srcId="{F8EC0F27-1582-4A0C-8E10-9C9CE26DFD1C}" destId="{A6A21500-A6E5-4ADC-8394-731D0D7C2F3D}" srcOrd="0" destOrd="0" presId="urn:microsoft.com/office/officeart/2018/2/layout/IconCircleList"/>
    <dgm:cxn modelId="{9B5E01D1-A0CB-4989-A1B1-9464B46E0CA4}" type="presOf" srcId="{43914FA5-431B-41A2-B1F9-A40CF12DE2DE}" destId="{6A780F5E-167A-4F1C-B474-54BD1AC0C668}" srcOrd="0" destOrd="0" presId="urn:microsoft.com/office/officeart/2018/2/layout/IconCircleList"/>
    <dgm:cxn modelId="{22B8C7D3-A6B5-48EF-950C-F2CC18F6A46C}" type="presOf" srcId="{F05B6E6C-35E9-4A30-9520-9B700DEDAB39}" destId="{ECDB0AA5-14E3-4DF5-AA5E-EEF85EBE4380}" srcOrd="0" destOrd="0" presId="urn:microsoft.com/office/officeart/2018/2/layout/IconCircleList"/>
    <dgm:cxn modelId="{2E7AB0E8-5917-4327-ACA6-E22923689BA0}" srcId="{F05B6E6C-35E9-4A30-9520-9B700DEDAB39}" destId="{43914FA5-431B-41A2-B1F9-A40CF12DE2DE}" srcOrd="4" destOrd="0" parTransId="{FFF1C9E3-B053-44CB-91C3-E08CB5DC43F0}" sibTransId="{6A8B3EF0-0BAD-49FC-81A0-17A622F461A9}"/>
    <dgm:cxn modelId="{1066B6F9-C05E-4E13-B272-FBC9B0A92509}" type="presOf" srcId="{580EFA3F-9534-460F-A64D-76EE8348650C}" destId="{C0E130F2-F157-4B3B-8390-1BC848087ECF}" srcOrd="0" destOrd="0" presId="urn:microsoft.com/office/officeart/2018/2/layout/IconCircleList"/>
    <dgm:cxn modelId="{0C247246-9064-4245-8DFB-F6A971A33659}" type="presParOf" srcId="{ECDB0AA5-14E3-4DF5-AA5E-EEF85EBE4380}" destId="{28745F6B-C23A-4413-9830-611FE75D5CC3}" srcOrd="0" destOrd="0" presId="urn:microsoft.com/office/officeart/2018/2/layout/IconCircleList"/>
    <dgm:cxn modelId="{DE29E105-C554-473B-902D-ECF4BBA4A1F6}" type="presParOf" srcId="{28745F6B-C23A-4413-9830-611FE75D5CC3}" destId="{CE46AE66-43CF-4627-B464-F768A245093E}" srcOrd="0" destOrd="0" presId="urn:microsoft.com/office/officeart/2018/2/layout/IconCircleList"/>
    <dgm:cxn modelId="{48F8EE84-4B6B-49F2-9D96-6D574F4EA231}" type="presParOf" srcId="{CE46AE66-43CF-4627-B464-F768A245093E}" destId="{2131B3C9-D92B-4117-AF42-61B49E2497AD}" srcOrd="0" destOrd="0" presId="urn:microsoft.com/office/officeart/2018/2/layout/IconCircleList"/>
    <dgm:cxn modelId="{039FA3F1-D811-4614-BED1-78B74A298C2D}" type="presParOf" srcId="{CE46AE66-43CF-4627-B464-F768A245093E}" destId="{4269B600-3E7F-49DA-A1FE-3937F2EE2779}" srcOrd="1" destOrd="0" presId="urn:microsoft.com/office/officeart/2018/2/layout/IconCircleList"/>
    <dgm:cxn modelId="{ED120CC6-0756-49BF-8A27-5EB575B2D233}" type="presParOf" srcId="{CE46AE66-43CF-4627-B464-F768A245093E}" destId="{E7A1534D-034A-4CEA-9874-E0D4BA5991E7}" srcOrd="2" destOrd="0" presId="urn:microsoft.com/office/officeart/2018/2/layout/IconCircleList"/>
    <dgm:cxn modelId="{03048D71-B701-4047-9B7F-08D71042CFB3}" type="presParOf" srcId="{CE46AE66-43CF-4627-B464-F768A245093E}" destId="{39F936B9-B204-4CC7-B16C-B0B1DFFAAEEA}" srcOrd="3" destOrd="0" presId="urn:microsoft.com/office/officeart/2018/2/layout/IconCircleList"/>
    <dgm:cxn modelId="{F4FD9527-EF44-42BA-AE19-10480A866DB4}" type="presParOf" srcId="{28745F6B-C23A-4413-9830-611FE75D5CC3}" destId="{A6A21500-A6E5-4ADC-8394-731D0D7C2F3D}" srcOrd="1" destOrd="0" presId="urn:microsoft.com/office/officeart/2018/2/layout/IconCircleList"/>
    <dgm:cxn modelId="{A1C5BDE5-FDC8-4A1B-901C-4622962BC660}" type="presParOf" srcId="{28745F6B-C23A-4413-9830-611FE75D5CC3}" destId="{3D63F246-6597-41B3-B432-43E170A420C3}" srcOrd="2" destOrd="0" presId="urn:microsoft.com/office/officeart/2018/2/layout/IconCircleList"/>
    <dgm:cxn modelId="{FF188F1F-C72D-430F-B535-6B6241771CF1}" type="presParOf" srcId="{3D63F246-6597-41B3-B432-43E170A420C3}" destId="{DA2BD37A-79E2-422A-ADB0-220EDF61F2AF}" srcOrd="0" destOrd="0" presId="urn:microsoft.com/office/officeart/2018/2/layout/IconCircleList"/>
    <dgm:cxn modelId="{0E1F0BD2-18B4-4228-8C01-9CBAF4245BD8}" type="presParOf" srcId="{3D63F246-6597-41B3-B432-43E170A420C3}" destId="{FA01F935-1098-40E1-8077-5A8C2AD18D46}" srcOrd="1" destOrd="0" presId="urn:microsoft.com/office/officeart/2018/2/layout/IconCircleList"/>
    <dgm:cxn modelId="{7A55B3E7-6B89-4733-9E4A-C10424530FD5}" type="presParOf" srcId="{3D63F246-6597-41B3-B432-43E170A420C3}" destId="{FD1F671D-FCB6-42E9-9F1C-5F8DBCC11DBA}" srcOrd="2" destOrd="0" presId="urn:microsoft.com/office/officeart/2018/2/layout/IconCircleList"/>
    <dgm:cxn modelId="{08A4FECC-AC2C-4516-943A-61AA4F4BFF36}" type="presParOf" srcId="{3D63F246-6597-41B3-B432-43E170A420C3}" destId="{C31AEA69-43D5-45D5-BC89-9F8C88E01D36}" srcOrd="3" destOrd="0" presId="urn:microsoft.com/office/officeart/2018/2/layout/IconCircleList"/>
    <dgm:cxn modelId="{B04E5E63-CB7E-4BF1-88B0-15446FCC8378}" type="presParOf" srcId="{28745F6B-C23A-4413-9830-611FE75D5CC3}" destId="{3123AFFE-5791-4B6A-81B9-18DC72000CAA}" srcOrd="3" destOrd="0" presId="urn:microsoft.com/office/officeart/2018/2/layout/IconCircleList"/>
    <dgm:cxn modelId="{D703C12A-71BE-4458-BA47-0202E5F7D8C3}" type="presParOf" srcId="{28745F6B-C23A-4413-9830-611FE75D5CC3}" destId="{F51B5CD7-4176-4C90-9CDE-04D072D02EE9}" srcOrd="4" destOrd="0" presId="urn:microsoft.com/office/officeart/2018/2/layout/IconCircleList"/>
    <dgm:cxn modelId="{03C4273E-9726-4887-B93A-F1A8CA938052}" type="presParOf" srcId="{F51B5CD7-4176-4C90-9CDE-04D072D02EE9}" destId="{7F72141E-C048-46FB-931D-DEF369846BB7}" srcOrd="0" destOrd="0" presId="urn:microsoft.com/office/officeart/2018/2/layout/IconCircleList"/>
    <dgm:cxn modelId="{6952AAFD-4396-4CB7-BA07-736A4B899416}" type="presParOf" srcId="{F51B5CD7-4176-4C90-9CDE-04D072D02EE9}" destId="{8F550F39-0992-4B3E-9187-8BDB0A86E591}" srcOrd="1" destOrd="0" presId="urn:microsoft.com/office/officeart/2018/2/layout/IconCircleList"/>
    <dgm:cxn modelId="{2704C5D2-6D61-47D3-912F-6FF27523B88A}" type="presParOf" srcId="{F51B5CD7-4176-4C90-9CDE-04D072D02EE9}" destId="{D54A74A0-FA8E-4982-803A-C24F564BFDEA}" srcOrd="2" destOrd="0" presId="urn:microsoft.com/office/officeart/2018/2/layout/IconCircleList"/>
    <dgm:cxn modelId="{ADEF9AFF-73CB-4A35-967A-89D8482988B0}" type="presParOf" srcId="{F51B5CD7-4176-4C90-9CDE-04D072D02EE9}" destId="{D7E29B48-CFFE-49E0-97B9-4113AE6FA3CE}" srcOrd="3" destOrd="0" presId="urn:microsoft.com/office/officeart/2018/2/layout/IconCircleList"/>
    <dgm:cxn modelId="{7EA34649-56C0-4457-867F-E97AE9280C04}" type="presParOf" srcId="{28745F6B-C23A-4413-9830-611FE75D5CC3}" destId="{C0E130F2-F157-4B3B-8390-1BC848087ECF}" srcOrd="5" destOrd="0" presId="urn:microsoft.com/office/officeart/2018/2/layout/IconCircleList"/>
    <dgm:cxn modelId="{DA91949D-3F99-47CC-9407-96C47B624268}" type="presParOf" srcId="{28745F6B-C23A-4413-9830-611FE75D5CC3}" destId="{5F623A84-9030-41C1-8C5D-9222EEBAC0BF}" srcOrd="6" destOrd="0" presId="urn:microsoft.com/office/officeart/2018/2/layout/IconCircleList"/>
    <dgm:cxn modelId="{CF24B9B4-83E6-45E9-9B39-B9BC24187D87}" type="presParOf" srcId="{5F623A84-9030-41C1-8C5D-9222EEBAC0BF}" destId="{9CF86B7E-23B2-463C-9FB5-7EB22012CD83}" srcOrd="0" destOrd="0" presId="urn:microsoft.com/office/officeart/2018/2/layout/IconCircleList"/>
    <dgm:cxn modelId="{40FD5744-38D1-445A-A9E2-921C34BE6F89}" type="presParOf" srcId="{5F623A84-9030-41C1-8C5D-9222EEBAC0BF}" destId="{9961872D-8886-4D87-BF5A-927E46C2C721}" srcOrd="1" destOrd="0" presId="urn:microsoft.com/office/officeart/2018/2/layout/IconCircleList"/>
    <dgm:cxn modelId="{0724212F-B50D-4B10-8B22-BC98A85E13BF}" type="presParOf" srcId="{5F623A84-9030-41C1-8C5D-9222EEBAC0BF}" destId="{1D9653D3-C780-448D-8EF7-5B153A206C49}" srcOrd="2" destOrd="0" presId="urn:microsoft.com/office/officeart/2018/2/layout/IconCircleList"/>
    <dgm:cxn modelId="{DAB82C4B-5839-484F-8B4C-CFABCE26F409}" type="presParOf" srcId="{5F623A84-9030-41C1-8C5D-9222EEBAC0BF}" destId="{1B912DEB-007B-4DAC-B6A9-AC0A90E201CB}" srcOrd="3" destOrd="0" presId="urn:microsoft.com/office/officeart/2018/2/layout/IconCircleList"/>
    <dgm:cxn modelId="{2A5C2A23-F2FC-4196-929D-DBCD2AC988E7}" type="presParOf" srcId="{28745F6B-C23A-4413-9830-611FE75D5CC3}" destId="{F1A494FA-B2AC-46E5-AE73-3C30F725A97B}" srcOrd="7" destOrd="0" presId="urn:microsoft.com/office/officeart/2018/2/layout/IconCircleList"/>
    <dgm:cxn modelId="{60A053F5-4A69-4C6E-AD7C-E0B77395467C}" type="presParOf" srcId="{28745F6B-C23A-4413-9830-611FE75D5CC3}" destId="{F92CE00D-BEFD-4B66-95C6-55F8EC87511D}" srcOrd="8" destOrd="0" presId="urn:microsoft.com/office/officeart/2018/2/layout/IconCircleList"/>
    <dgm:cxn modelId="{1C6B8942-9FF4-4B13-8610-15EA577E6C44}" type="presParOf" srcId="{F92CE00D-BEFD-4B66-95C6-55F8EC87511D}" destId="{EC64706F-0005-400B-AF55-5E1DC44F8EFB}" srcOrd="0" destOrd="0" presId="urn:microsoft.com/office/officeart/2018/2/layout/IconCircleList"/>
    <dgm:cxn modelId="{B3EF5755-6F85-4A87-9893-46A5AB7D689A}" type="presParOf" srcId="{F92CE00D-BEFD-4B66-95C6-55F8EC87511D}" destId="{F95A2B4E-56FC-492B-8040-27D908A2621F}" srcOrd="1" destOrd="0" presId="urn:microsoft.com/office/officeart/2018/2/layout/IconCircleList"/>
    <dgm:cxn modelId="{A45648FF-B07B-4C2E-A774-67D8FE11BCC5}" type="presParOf" srcId="{F92CE00D-BEFD-4B66-95C6-55F8EC87511D}" destId="{DB41F892-F33C-4F3D-B32C-83FD9769E55A}" srcOrd="2" destOrd="0" presId="urn:microsoft.com/office/officeart/2018/2/layout/IconCircleList"/>
    <dgm:cxn modelId="{6E188555-9279-4DBD-A143-5EB11CBEE1AC}" type="presParOf" srcId="{F92CE00D-BEFD-4B66-95C6-55F8EC87511D}" destId="{6A780F5E-167A-4F1C-B474-54BD1AC0C668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7201134-BEC0-4142-8ED4-750A9C0ACE7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389608-0FE8-49B4-83C9-90BA7B6D137A}">
      <dgm:prSet custT="1"/>
      <dgm:spPr/>
      <dgm:t>
        <a:bodyPr/>
        <a:lstStyle/>
        <a:p>
          <a:r>
            <a:rPr lang="it-IT" sz="2000" dirty="0"/>
            <a:t>Modellazione di </a:t>
          </a:r>
          <a:r>
            <a:rPr lang="it-IT" sz="2000" b="1" dirty="0" err="1"/>
            <a:t>cargoservice</a:t>
          </a:r>
          <a:r>
            <a:rPr lang="it-IT" sz="2000" dirty="0"/>
            <a:t>:</a:t>
          </a:r>
          <a:endParaRPr lang="en-US" sz="2000" dirty="0"/>
        </a:p>
      </dgm:t>
    </dgm:pt>
    <dgm:pt modelId="{7B7B56E5-DF19-4F33-ABC1-76170C14402B}" type="parTrans" cxnId="{9D96A2EA-B914-43F2-9A0D-D3D1707F7C9D}">
      <dgm:prSet/>
      <dgm:spPr/>
      <dgm:t>
        <a:bodyPr/>
        <a:lstStyle/>
        <a:p>
          <a:endParaRPr lang="en-US"/>
        </a:p>
      </dgm:t>
    </dgm:pt>
    <dgm:pt modelId="{1455EB56-EAE1-4C69-A9C0-38FB5B1D2B4B}" type="sibTrans" cxnId="{9D96A2EA-B914-43F2-9A0D-D3D1707F7C9D}">
      <dgm:prSet/>
      <dgm:spPr/>
      <dgm:t>
        <a:bodyPr/>
        <a:lstStyle/>
        <a:p>
          <a:endParaRPr lang="en-US"/>
        </a:p>
      </dgm:t>
    </dgm:pt>
    <dgm:pt modelId="{C64D33FC-D851-49E3-8043-F799C82BF937}">
      <dgm:prSet/>
      <dgm:spPr/>
      <dgm:t>
        <a:bodyPr/>
        <a:lstStyle/>
        <a:p>
          <a:r>
            <a:rPr lang="it-IT" dirty="0"/>
            <a:t>Ricezione e validazione delle </a:t>
          </a:r>
          <a:r>
            <a:rPr lang="it-IT" b="0" dirty="0"/>
            <a:t>richieste di carico</a:t>
          </a:r>
          <a:endParaRPr lang="en-US" b="0" dirty="0"/>
        </a:p>
      </dgm:t>
    </dgm:pt>
    <dgm:pt modelId="{95B8A35B-C7FE-4BFF-8134-6B076EE12BB4}" type="parTrans" cxnId="{CD6D230B-C35D-4411-9E83-15ED0E2ADDBD}">
      <dgm:prSet/>
      <dgm:spPr/>
      <dgm:t>
        <a:bodyPr/>
        <a:lstStyle/>
        <a:p>
          <a:endParaRPr lang="en-US"/>
        </a:p>
      </dgm:t>
    </dgm:pt>
    <dgm:pt modelId="{29D72FD3-9AB1-483B-BEDE-688205ED8B06}" type="sibTrans" cxnId="{CD6D230B-C35D-4411-9E83-15ED0E2ADDBD}">
      <dgm:prSet/>
      <dgm:spPr/>
      <dgm:t>
        <a:bodyPr/>
        <a:lstStyle/>
        <a:p>
          <a:endParaRPr lang="en-US"/>
        </a:p>
      </dgm:t>
    </dgm:pt>
    <dgm:pt modelId="{F5378704-A8F3-4163-AF1C-A1C5851A9788}">
      <dgm:prSet/>
      <dgm:spPr/>
      <dgm:t>
        <a:bodyPr/>
        <a:lstStyle/>
        <a:p>
          <a:r>
            <a:rPr lang="it-IT" dirty="0"/>
            <a:t>Coordinamento del rilevamento e della collocazione del </a:t>
          </a:r>
          <a:r>
            <a:rPr lang="it-IT" b="0" dirty="0"/>
            <a:t>product container </a:t>
          </a:r>
          <a:r>
            <a:rPr lang="it-IT" dirty="0"/>
            <a:t>nello </a:t>
          </a:r>
          <a:r>
            <a:rPr lang="it-IT" b="0" dirty="0"/>
            <a:t>Slot</a:t>
          </a:r>
          <a:endParaRPr lang="en-US" b="0" dirty="0"/>
        </a:p>
      </dgm:t>
    </dgm:pt>
    <dgm:pt modelId="{82AD08D9-F26D-4EC1-8D56-4CDADB67A9B7}" type="parTrans" cxnId="{96554ACB-A0B4-4E50-8A11-EE440C258F6A}">
      <dgm:prSet/>
      <dgm:spPr/>
      <dgm:t>
        <a:bodyPr/>
        <a:lstStyle/>
        <a:p>
          <a:endParaRPr lang="en-US"/>
        </a:p>
      </dgm:t>
    </dgm:pt>
    <dgm:pt modelId="{B4032E1C-0BEA-4005-AF8C-5B5E4D038EC5}" type="sibTrans" cxnId="{96554ACB-A0B4-4E50-8A11-EE440C258F6A}">
      <dgm:prSet/>
      <dgm:spPr/>
      <dgm:t>
        <a:bodyPr/>
        <a:lstStyle/>
        <a:p>
          <a:endParaRPr lang="en-US"/>
        </a:p>
      </dgm:t>
    </dgm:pt>
    <dgm:pt modelId="{60103547-6218-41C7-8345-4CECFE6D7DFC}">
      <dgm:prSet/>
      <dgm:spPr/>
      <dgm:t>
        <a:bodyPr/>
        <a:lstStyle/>
        <a:p>
          <a:r>
            <a:rPr lang="it-IT" dirty="0"/>
            <a:t>Comunicazione dello stato aggiornato alla </a:t>
          </a:r>
          <a:r>
            <a:rPr lang="it-IT" b="0" dirty="0"/>
            <a:t>GUI</a:t>
          </a:r>
          <a:endParaRPr lang="en-US" b="0" dirty="0"/>
        </a:p>
      </dgm:t>
    </dgm:pt>
    <dgm:pt modelId="{2BC5D93A-C7A2-4396-A206-7CE6CC650C6B}" type="parTrans" cxnId="{AB2C0983-3B50-4297-B266-E488126842FC}">
      <dgm:prSet/>
      <dgm:spPr/>
      <dgm:t>
        <a:bodyPr/>
        <a:lstStyle/>
        <a:p>
          <a:endParaRPr lang="en-US"/>
        </a:p>
      </dgm:t>
    </dgm:pt>
    <dgm:pt modelId="{522BE270-AB9C-480B-8B10-F405F13B6E3C}" type="sibTrans" cxnId="{AB2C0983-3B50-4297-B266-E488126842FC}">
      <dgm:prSet/>
      <dgm:spPr/>
      <dgm:t>
        <a:bodyPr/>
        <a:lstStyle/>
        <a:p>
          <a:endParaRPr lang="en-US"/>
        </a:p>
      </dgm:t>
    </dgm:pt>
    <dgm:pt modelId="{9E6F5D25-4600-45E1-81CE-EA745A9E8E5C}">
      <dgm:prSet/>
      <dgm:spPr/>
      <dgm:t>
        <a:bodyPr/>
        <a:lstStyle/>
        <a:p>
          <a:r>
            <a:rPr lang="it-IT" dirty="0"/>
            <a:t>Gestione delle </a:t>
          </a:r>
          <a:r>
            <a:rPr lang="it-IT" b="0" dirty="0"/>
            <a:t>sonar</a:t>
          </a:r>
          <a:r>
            <a:rPr lang="it-IT" b="1" dirty="0"/>
            <a:t> </a:t>
          </a:r>
          <a:r>
            <a:rPr lang="it-IT" b="0" dirty="0" err="1"/>
            <a:t>failure</a:t>
          </a:r>
          <a:endParaRPr lang="en-US" b="0" dirty="0"/>
        </a:p>
      </dgm:t>
    </dgm:pt>
    <dgm:pt modelId="{E14D3088-E2E7-430B-BE38-F9863E3EF683}" type="parTrans" cxnId="{3362284F-66F3-4B52-B795-34C75395452A}">
      <dgm:prSet/>
      <dgm:spPr/>
      <dgm:t>
        <a:bodyPr/>
        <a:lstStyle/>
        <a:p>
          <a:endParaRPr lang="en-US"/>
        </a:p>
      </dgm:t>
    </dgm:pt>
    <dgm:pt modelId="{04FFE934-9EF9-4FD9-B075-13124D20E67C}" type="sibTrans" cxnId="{3362284F-66F3-4B52-B795-34C75395452A}">
      <dgm:prSet/>
      <dgm:spPr/>
      <dgm:t>
        <a:bodyPr/>
        <a:lstStyle/>
        <a:p>
          <a:endParaRPr lang="en-US"/>
        </a:p>
      </dgm:t>
    </dgm:pt>
    <dgm:pt modelId="{D870EFC3-5056-4545-877C-E94C26A64931}">
      <dgm:prSet custT="1"/>
      <dgm:spPr/>
      <dgm:t>
        <a:bodyPr/>
        <a:lstStyle/>
        <a:p>
          <a:r>
            <a:rPr lang="it-IT" sz="2000" dirty="0"/>
            <a:t>Modellazione di </a:t>
          </a:r>
          <a:r>
            <a:rPr lang="it-IT" sz="2000" b="1" dirty="0" err="1"/>
            <a:t>requestvalidator</a:t>
          </a:r>
          <a:r>
            <a:rPr lang="it-IT" sz="2000" dirty="0"/>
            <a:t>:</a:t>
          </a:r>
          <a:endParaRPr lang="en-US" sz="2000" dirty="0"/>
        </a:p>
      </dgm:t>
    </dgm:pt>
    <dgm:pt modelId="{33A70954-BA2B-47FD-A8B6-1A82C4FFEC16}" type="parTrans" cxnId="{DDBF82B8-9C8D-4E26-84F9-3F156A59314E}">
      <dgm:prSet/>
      <dgm:spPr/>
      <dgm:t>
        <a:bodyPr/>
        <a:lstStyle/>
        <a:p>
          <a:endParaRPr lang="en-US"/>
        </a:p>
      </dgm:t>
    </dgm:pt>
    <dgm:pt modelId="{E15A14CF-6689-4E6E-A0DE-54401BDCDBC3}" type="sibTrans" cxnId="{DDBF82B8-9C8D-4E26-84F9-3F156A59314E}">
      <dgm:prSet/>
      <dgm:spPr/>
      <dgm:t>
        <a:bodyPr/>
        <a:lstStyle/>
        <a:p>
          <a:endParaRPr lang="en-US"/>
        </a:p>
      </dgm:t>
    </dgm:pt>
    <dgm:pt modelId="{FDC6F828-F8DA-4C77-997B-1162DB12B957}">
      <dgm:prSet/>
      <dgm:spPr/>
      <dgm:t>
        <a:bodyPr/>
        <a:lstStyle/>
        <a:p>
          <a:r>
            <a:rPr lang="it-IT" b="0" dirty="0"/>
            <a:t>Validazione</a:t>
          </a:r>
          <a:r>
            <a:rPr lang="it-IT" b="1" dirty="0"/>
            <a:t> </a:t>
          </a:r>
          <a:r>
            <a:rPr lang="it-IT" b="0" dirty="0"/>
            <a:t>centralizzata</a:t>
          </a:r>
          <a:r>
            <a:rPr lang="it-IT" b="1" dirty="0"/>
            <a:t> </a:t>
          </a:r>
          <a:r>
            <a:rPr lang="it-IT" dirty="0"/>
            <a:t>delle richieste di carico</a:t>
          </a:r>
          <a:endParaRPr lang="en-US" dirty="0"/>
        </a:p>
      </dgm:t>
    </dgm:pt>
    <dgm:pt modelId="{D0770863-1EE2-4CCA-95E2-09D4BACBD334}" type="parTrans" cxnId="{C914E962-82D0-444C-8BC7-8AF07CA1400E}">
      <dgm:prSet/>
      <dgm:spPr/>
      <dgm:t>
        <a:bodyPr/>
        <a:lstStyle/>
        <a:p>
          <a:endParaRPr lang="en-US"/>
        </a:p>
      </dgm:t>
    </dgm:pt>
    <dgm:pt modelId="{F99A3B2B-16FE-4598-921B-D27CAD5C2E01}" type="sibTrans" cxnId="{C914E962-82D0-444C-8BC7-8AF07CA1400E}">
      <dgm:prSet/>
      <dgm:spPr/>
      <dgm:t>
        <a:bodyPr/>
        <a:lstStyle/>
        <a:p>
          <a:endParaRPr lang="en-US"/>
        </a:p>
      </dgm:t>
    </dgm:pt>
    <dgm:pt modelId="{6D7E2D63-B372-409D-9261-8EAE056D5FD9}">
      <dgm:prSet/>
      <dgm:spPr/>
      <dgm:t>
        <a:bodyPr/>
        <a:lstStyle/>
        <a:p>
          <a:r>
            <a:rPr lang="it-IT" dirty="0"/>
            <a:t>Separazione della validazione dalla logica applicativa di </a:t>
          </a:r>
          <a:r>
            <a:rPr lang="it-IT" dirty="0" err="1"/>
            <a:t>cargoservice</a:t>
          </a:r>
          <a:endParaRPr lang="en-US" dirty="0"/>
        </a:p>
      </dgm:t>
    </dgm:pt>
    <dgm:pt modelId="{E8BCBDCC-05C1-4790-B520-DAAB2BA820A7}" type="parTrans" cxnId="{79DE1A3A-7EE5-4B0B-8EBD-A9AE981D9C1A}">
      <dgm:prSet/>
      <dgm:spPr/>
      <dgm:t>
        <a:bodyPr/>
        <a:lstStyle/>
        <a:p>
          <a:endParaRPr lang="en-US"/>
        </a:p>
      </dgm:t>
    </dgm:pt>
    <dgm:pt modelId="{1027F428-2FA4-4AB5-B2A9-FA5EE3AF920D}" type="sibTrans" cxnId="{79DE1A3A-7EE5-4B0B-8EBD-A9AE981D9C1A}">
      <dgm:prSet/>
      <dgm:spPr/>
      <dgm:t>
        <a:bodyPr/>
        <a:lstStyle/>
        <a:p>
          <a:endParaRPr lang="en-US"/>
        </a:p>
      </dgm:t>
    </dgm:pt>
    <dgm:pt modelId="{F7F7566C-CF64-4601-A3F0-510B42BDDD60}" type="pres">
      <dgm:prSet presAssocID="{37201134-BEC0-4142-8ED4-750A9C0ACE7B}" presName="linear" presStyleCnt="0">
        <dgm:presLayoutVars>
          <dgm:animLvl val="lvl"/>
          <dgm:resizeHandles val="exact"/>
        </dgm:presLayoutVars>
      </dgm:prSet>
      <dgm:spPr/>
    </dgm:pt>
    <dgm:pt modelId="{F637C8D8-F55A-4FF7-8461-381D74BB8DD0}" type="pres">
      <dgm:prSet presAssocID="{C3389608-0FE8-49B4-83C9-90BA7B6D137A}" presName="parentText" presStyleLbl="node1" presStyleIdx="0" presStyleCnt="2" custLinFactNeighborY="-14204">
        <dgm:presLayoutVars>
          <dgm:chMax val="0"/>
          <dgm:bulletEnabled val="1"/>
        </dgm:presLayoutVars>
      </dgm:prSet>
      <dgm:spPr/>
    </dgm:pt>
    <dgm:pt modelId="{B2146E2B-AC55-44C3-801C-7316C9BF9D9B}" type="pres">
      <dgm:prSet presAssocID="{C3389608-0FE8-49B4-83C9-90BA7B6D137A}" presName="childText" presStyleLbl="revTx" presStyleIdx="0" presStyleCnt="2" custScaleY="69978">
        <dgm:presLayoutVars>
          <dgm:bulletEnabled val="1"/>
        </dgm:presLayoutVars>
      </dgm:prSet>
      <dgm:spPr/>
    </dgm:pt>
    <dgm:pt modelId="{DBC0A8BD-647B-425A-8852-12DB95BA59C1}" type="pres">
      <dgm:prSet presAssocID="{D870EFC3-5056-4545-877C-E94C26A64931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89EB7604-18FD-4FB7-9C4C-15268E025804}" type="pres">
      <dgm:prSet presAssocID="{D870EFC3-5056-4545-877C-E94C26A64931}" presName="childText" presStyleLbl="revTx" presStyleIdx="1" presStyleCnt="2">
        <dgm:presLayoutVars>
          <dgm:bulletEnabled val="1"/>
        </dgm:presLayoutVars>
      </dgm:prSet>
      <dgm:spPr/>
    </dgm:pt>
  </dgm:ptLst>
  <dgm:cxnLst>
    <dgm:cxn modelId="{CD6D230B-C35D-4411-9E83-15ED0E2ADDBD}" srcId="{C3389608-0FE8-49B4-83C9-90BA7B6D137A}" destId="{C64D33FC-D851-49E3-8043-F799C82BF937}" srcOrd="0" destOrd="0" parTransId="{95B8A35B-C7FE-4BFF-8134-6B076EE12BB4}" sibTransId="{29D72FD3-9AB1-483B-BEDE-688205ED8B06}"/>
    <dgm:cxn modelId="{B3751832-344F-42BA-83A9-BEAC38CEAC99}" type="presOf" srcId="{F5378704-A8F3-4163-AF1C-A1C5851A9788}" destId="{B2146E2B-AC55-44C3-801C-7316C9BF9D9B}" srcOrd="0" destOrd="1" presId="urn:microsoft.com/office/officeart/2005/8/layout/vList2"/>
    <dgm:cxn modelId="{800ABA34-5975-468B-B752-9522DAA2D6F5}" type="presOf" srcId="{60103547-6218-41C7-8345-4CECFE6D7DFC}" destId="{B2146E2B-AC55-44C3-801C-7316C9BF9D9B}" srcOrd="0" destOrd="2" presId="urn:microsoft.com/office/officeart/2005/8/layout/vList2"/>
    <dgm:cxn modelId="{7CDB4F36-8D0E-4181-B010-361298D14910}" type="presOf" srcId="{D870EFC3-5056-4545-877C-E94C26A64931}" destId="{DBC0A8BD-647B-425A-8852-12DB95BA59C1}" srcOrd="0" destOrd="0" presId="urn:microsoft.com/office/officeart/2005/8/layout/vList2"/>
    <dgm:cxn modelId="{79DE1A3A-7EE5-4B0B-8EBD-A9AE981D9C1A}" srcId="{D870EFC3-5056-4545-877C-E94C26A64931}" destId="{6D7E2D63-B372-409D-9261-8EAE056D5FD9}" srcOrd="1" destOrd="0" parTransId="{E8BCBDCC-05C1-4790-B520-DAAB2BA820A7}" sibTransId="{1027F428-2FA4-4AB5-B2A9-FA5EE3AF920D}"/>
    <dgm:cxn modelId="{C914E962-82D0-444C-8BC7-8AF07CA1400E}" srcId="{D870EFC3-5056-4545-877C-E94C26A64931}" destId="{FDC6F828-F8DA-4C77-997B-1162DB12B957}" srcOrd="0" destOrd="0" parTransId="{D0770863-1EE2-4CCA-95E2-09D4BACBD334}" sibTransId="{F99A3B2B-16FE-4598-921B-D27CAD5C2E01}"/>
    <dgm:cxn modelId="{3362284F-66F3-4B52-B795-34C75395452A}" srcId="{C3389608-0FE8-49B4-83C9-90BA7B6D137A}" destId="{9E6F5D25-4600-45E1-81CE-EA745A9E8E5C}" srcOrd="3" destOrd="0" parTransId="{E14D3088-E2E7-430B-BE38-F9863E3EF683}" sibTransId="{04FFE934-9EF9-4FD9-B075-13124D20E67C}"/>
    <dgm:cxn modelId="{FCA02C56-C7C8-41F4-B10F-79939463F6EB}" type="presOf" srcId="{37201134-BEC0-4142-8ED4-750A9C0ACE7B}" destId="{F7F7566C-CF64-4601-A3F0-510B42BDDD60}" srcOrd="0" destOrd="0" presId="urn:microsoft.com/office/officeart/2005/8/layout/vList2"/>
    <dgm:cxn modelId="{AB2C0983-3B50-4297-B266-E488126842FC}" srcId="{C3389608-0FE8-49B4-83C9-90BA7B6D137A}" destId="{60103547-6218-41C7-8345-4CECFE6D7DFC}" srcOrd="2" destOrd="0" parTransId="{2BC5D93A-C7A2-4396-A206-7CE6CC650C6B}" sibTransId="{522BE270-AB9C-480B-8B10-F405F13B6E3C}"/>
    <dgm:cxn modelId="{2A717D8A-3C94-4E20-BEEA-CEE720EFA217}" type="presOf" srcId="{6D7E2D63-B372-409D-9261-8EAE056D5FD9}" destId="{89EB7604-18FD-4FB7-9C4C-15268E025804}" srcOrd="0" destOrd="1" presId="urn:microsoft.com/office/officeart/2005/8/layout/vList2"/>
    <dgm:cxn modelId="{35CA01A2-594B-45F4-A330-4B59E85EF45D}" type="presOf" srcId="{FDC6F828-F8DA-4C77-997B-1162DB12B957}" destId="{89EB7604-18FD-4FB7-9C4C-15268E025804}" srcOrd="0" destOrd="0" presId="urn:microsoft.com/office/officeart/2005/8/layout/vList2"/>
    <dgm:cxn modelId="{159834B7-B5DC-4408-A1C7-BE1ACC96117E}" type="presOf" srcId="{C64D33FC-D851-49E3-8043-F799C82BF937}" destId="{B2146E2B-AC55-44C3-801C-7316C9BF9D9B}" srcOrd="0" destOrd="0" presId="urn:microsoft.com/office/officeart/2005/8/layout/vList2"/>
    <dgm:cxn modelId="{DDBF82B8-9C8D-4E26-84F9-3F156A59314E}" srcId="{37201134-BEC0-4142-8ED4-750A9C0ACE7B}" destId="{D870EFC3-5056-4545-877C-E94C26A64931}" srcOrd="1" destOrd="0" parTransId="{33A70954-BA2B-47FD-A8B6-1A82C4FFEC16}" sibTransId="{E15A14CF-6689-4E6E-A0DE-54401BDCDBC3}"/>
    <dgm:cxn modelId="{CAB380C2-FDC1-452A-A4B8-8408E66E5D43}" type="presOf" srcId="{9E6F5D25-4600-45E1-81CE-EA745A9E8E5C}" destId="{B2146E2B-AC55-44C3-801C-7316C9BF9D9B}" srcOrd="0" destOrd="3" presId="urn:microsoft.com/office/officeart/2005/8/layout/vList2"/>
    <dgm:cxn modelId="{96554ACB-A0B4-4E50-8A11-EE440C258F6A}" srcId="{C3389608-0FE8-49B4-83C9-90BA7B6D137A}" destId="{F5378704-A8F3-4163-AF1C-A1C5851A9788}" srcOrd="1" destOrd="0" parTransId="{82AD08D9-F26D-4EC1-8D56-4CDADB67A9B7}" sibTransId="{B4032E1C-0BEA-4005-AF8C-5B5E4D038EC5}"/>
    <dgm:cxn modelId="{C0E554E1-ACE5-43F8-B83E-4E9C7AC40992}" type="presOf" srcId="{C3389608-0FE8-49B4-83C9-90BA7B6D137A}" destId="{F637C8D8-F55A-4FF7-8461-381D74BB8DD0}" srcOrd="0" destOrd="0" presId="urn:microsoft.com/office/officeart/2005/8/layout/vList2"/>
    <dgm:cxn modelId="{9D96A2EA-B914-43F2-9A0D-D3D1707F7C9D}" srcId="{37201134-BEC0-4142-8ED4-750A9C0ACE7B}" destId="{C3389608-0FE8-49B4-83C9-90BA7B6D137A}" srcOrd="0" destOrd="0" parTransId="{7B7B56E5-DF19-4F33-ABC1-76170C14402B}" sibTransId="{1455EB56-EAE1-4C69-A9C0-38FB5B1D2B4B}"/>
    <dgm:cxn modelId="{32F5BC2D-147E-4565-9BB3-B16F6935D0A2}" type="presParOf" srcId="{F7F7566C-CF64-4601-A3F0-510B42BDDD60}" destId="{F637C8D8-F55A-4FF7-8461-381D74BB8DD0}" srcOrd="0" destOrd="0" presId="urn:microsoft.com/office/officeart/2005/8/layout/vList2"/>
    <dgm:cxn modelId="{BF8727A2-8227-4EB8-ABE9-A3F88E66ABAA}" type="presParOf" srcId="{F7F7566C-CF64-4601-A3F0-510B42BDDD60}" destId="{B2146E2B-AC55-44C3-801C-7316C9BF9D9B}" srcOrd="1" destOrd="0" presId="urn:microsoft.com/office/officeart/2005/8/layout/vList2"/>
    <dgm:cxn modelId="{691A1CB5-BC2E-479C-92D7-0090A37A26FF}" type="presParOf" srcId="{F7F7566C-CF64-4601-A3F0-510B42BDDD60}" destId="{DBC0A8BD-647B-425A-8852-12DB95BA59C1}" srcOrd="2" destOrd="0" presId="urn:microsoft.com/office/officeart/2005/8/layout/vList2"/>
    <dgm:cxn modelId="{D889CCAB-692E-4022-9E54-D7A1F0DEAFE3}" type="presParOf" srcId="{F7F7566C-CF64-4601-A3F0-510B42BDDD60}" destId="{89EB7604-18FD-4FB7-9C4C-15268E02580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7201134-BEC0-4142-8ED4-750A9C0ACE7B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3389608-0FE8-49B4-83C9-90BA7B6D137A}">
      <dgm:prSet custT="1"/>
      <dgm:spPr/>
      <dgm:t>
        <a:bodyPr/>
        <a:lstStyle/>
        <a:p>
          <a:r>
            <a:rPr lang="it-IT" sz="2000" dirty="0"/>
            <a:t>Implementazione di </a:t>
          </a:r>
          <a:r>
            <a:rPr lang="it-IT" sz="2000" b="1" dirty="0" err="1"/>
            <a:t>cargoservice</a:t>
          </a:r>
          <a:r>
            <a:rPr lang="it-IT" sz="2000" dirty="0"/>
            <a:t>:</a:t>
          </a:r>
          <a:endParaRPr lang="en-US" sz="2000" dirty="0"/>
        </a:p>
      </dgm:t>
    </dgm:pt>
    <dgm:pt modelId="{7B7B56E5-DF19-4F33-ABC1-76170C14402B}" type="parTrans" cxnId="{9D96A2EA-B914-43F2-9A0D-D3D1707F7C9D}">
      <dgm:prSet/>
      <dgm:spPr/>
      <dgm:t>
        <a:bodyPr/>
        <a:lstStyle/>
        <a:p>
          <a:endParaRPr lang="en-US"/>
        </a:p>
      </dgm:t>
    </dgm:pt>
    <dgm:pt modelId="{1455EB56-EAE1-4C69-A9C0-38FB5B1D2B4B}" type="sibTrans" cxnId="{9D96A2EA-B914-43F2-9A0D-D3D1707F7C9D}">
      <dgm:prSet/>
      <dgm:spPr/>
      <dgm:t>
        <a:bodyPr/>
        <a:lstStyle/>
        <a:p>
          <a:endParaRPr lang="en-US"/>
        </a:p>
      </dgm:t>
    </dgm:pt>
    <dgm:pt modelId="{C64D33FC-D851-49E3-8043-F799C82BF937}">
      <dgm:prSet custT="1"/>
      <dgm:spPr/>
      <dgm:t>
        <a:bodyPr/>
        <a:lstStyle/>
        <a:p>
          <a:r>
            <a:rPr lang="it-IT" sz="1800" dirty="0"/>
            <a:t>Validazione della richiesta tramite </a:t>
          </a:r>
          <a:r>
            <a:rPr lang="it-IT" sz="1800" dirty="0" err="1"/>
            <a:t>requestvalidator</a:t>
          </a:r>
          <a:r>
            <a:rPr lang="it-IT" sz="1800" dirty="0"/>
            <a:t> e </a:t>
          </a:r>
          <a:r>
            <a:rPr lang="it-IT" sz="1800" dirty="0" err="1"/>
            <a:t>productservice</a:t>
          </a:r>
          <a:endParaRPr lang="en-US" sz="1800" b="0" dirty="0"/>
        </a:p>
      </dgm:t>
    </dgm:pt>
    <dgm:pt modelId="{95B8A35B-C7FE-4BFF-8134-6B076EE12BB4}" type="parTrans" cxnId="{CD6D230B-C35D-4411-9E83-15ED0E2ADDBD}">
      <dgm:prSet/>
      <dgm:spPr/>
      <dgm:t>
        <a:bodyPr/>
        <a:lstStyle/>
        <a:p>
          <a:endParaRPr lang="en-US"/>
        </a:p>
      </dgm:t>
    </dgm:pt>
    <dgm:pt modelId="{29D72FD3-9AB1-483B-BEDE-688205ED8B06}" type="sibTrans" cxnId="{CD6D230B-C35D-4411-9E83-15ED0E2ADDBD}">
      <dgm:prSet/>
      <dgm:spPr/>
      <dgm:t>
        <a:bodyPr/>
        <a:lstStyle/>
        <a:p>
          <a:endParaRPr lang="en-US"/>
        </a:p>
      </dgm:t>
    </dgm:pt>
    <dgm:pt modelId="{D870EFC3-5056-4545-877C-E94C26A64931}">
      <dgm:prSet custT="1"/>
      <dgm:spPr/>
      <dgm:t>
        <a:bodyPr/>
        <a:lstStyle/>
        <a:p>
          <a:r>
            <a:rPr lang="it-IT" sz="2000" dirty="0"/>
            <a:t>Implementazione di </a:t>
          </a:r>
          <a:r>
            <a:rPr lang="it-IT" sz="2000" b="1" dirty="0" err="1"/>
            <a:t>requestvalidator</a:t>
          </a:r>
          <a:r>
            <a:rPr lang="it-IT" sz="2000" dirty="0"/>
            <a:t>:</a:t>
          </a:r>
          <a:endParaRPr lang="en-US" sz="2000" dirty="0"/>
        </a:p>
      </dgm:t>
    </dgm:pt>
    <dgm:pt modelId="{33A70954-BA2B-47FD-A8B6-1A82C4FFEC16}" type="parTrans" cxnId="{DDBF82B8-9C8D-4E26-84F9-3F156A59314E}">
      <dgm:prSet/>
      <dgm:spPr/>
      <dgm:t>
        <a:bodyPr/>
        <a:lstStyle/>
        <a:p>
          <a:endParaRPr lang="en-US"/>
        </a:p>
      </dgm:t>
    </dgm:pt>
    <dgm:pt modelId="{E15A14CF-6689-4E6E-A0DE-54401BDCDBC3}" type="sibTrans" cxnId="{DDBF82B8-9C8D-4E26-84F9-3F156A59314E}">
      <dgm:prSet/>
      <dgm:spPr/>
      <dgm:t>
        <a:bodyPr/>
        <a:lstStyle/>
        <a:p>
          <a:endParaRPr lang="en-US"/>
        </a:p>
      </dgm:t>
    </dgm:pt>
    <dgm:pt modelId="{FDC6F828-F8DA-4C77-997B-1162DB12B957}">
      <dgm:prSet custT="1"/>
      <dgm:spPr/>
      <dgm:t>
        <a:bodyPr/>
        <a:lstStyle/>
        <a:p>
          <a:r>
            <a:rPr lang="it-IT" sz="1800" dirty="0"/>
            <a:t>Controllo che il peso non superi il limite massimo</a:t>
          </a:r>
          <a:endParaRPr lang="en-US" sz="1800" dirty="0"/>
        </a:p>
      </dgm:t>
    </dgm:pt>
    <dgm:pt modelId="{D0770863-1EE2-4CCA-95E2-09D4BACBD334}" type="parTrans" cxnId="{C914E962-82D0-444C-8BC7-8AF07CA1400E}">
      <dgm:prSet/>
      <dgm:spPr/>
      <dgm:t>
        <a:bodyPr/>
        <a:lstStyle/>
        <a:p>
          <a:endParaRPr lang="en-US"/>
        </a:p>
      </dgm:t>
    </dgm:pt>
    <dgm:pt modelId="{F99A3B2B-16FE-4598-921B-D27CAD5C2E01}" type="sibTrans" cxnId="{C914E962-82D0-444C-8BC7-8AF07CA1400E}">
      <dgm:prSet/>
      <dgm:spPr/>
      <dgm:t>
        <a:bodyPr/>
        <a:lstStyle/>
        <a:p>
          <a:endParaRPr lang="en-US"/>
        </a:p>
      </dgm:t>
    </dgm:pt>
    <dgm:pt modelId="{CD1B52D3-FBEC-4AA9-B557-163084D0E4AF}">
      <dgm:prSet custT="1"/>
      <dgm:spPr/>
      <dgm:t>
        <a:bodyPr/>
        <a:lstStyle/>
        <a:p>
          <a:r>
            <a:rPr lang="it-IT" sz="1800" dirty="0"/>
            <a:t>Comunicazione dell’esito della richiesta</a:t>
          </a:r>
        </a:p>
      </dgm:t>
    </dgm:pt>
    <dgm:pt modelId="{772CE5A6-769D-432E-BE21-9AC3E55B335C}" type="parTrans" cxnId="{2BBB72C9-F697-47F2-8FF3-2D35F8A62288}">
      <dgm:prSet/>
      <dgm:spPr/>
      <dgm:t>
        <a:bodyPr/>
        <a:lstStyle/>
        <a:p>
          <a:endParaRPr lang="it-IT"/>
        </a:p>
      </dgm:t>
    </dgm:pt>
    <dgm:pt modelId="{1B5EB3E5-5897-47B1-B96E-D72397467B8D}" type="sibTrans" cxnId="{2BBB72C9-F697-47F2-8FF3-2D35F8A62288}">
      <dgm:prSet/>
      <dgm:spPr/>
      <dgm:t>
        <a:bodyPr/>
        <a:lstStyle/>
        <a:p>
          <a:endParaRPr lang="it-IT"/>
        </a:p>
      </dgm:t>
    </dgm:pt>
    <dgm:pt modelId="{AF709386-F838-443A-B865-1E1D25C617BD}">
      <dgm:prSet custT="1"/>
      <dgm:spPr/>
      <dgm:t>
        <a:bodyPr/>
        <a:lstStyle/>
        <a:p>
          <a:r>
            <a:rPr lang="it-IT" sz="1800" dirty="0"/>
            <a:t>Gestione del carico del product container</a:t>
          </a:r>
        </a:p>
      </dgm:t>
    </dgm:pt>
    <dgm:pt modelId="{124821F6-C484-43FA-8EAB-34C98E67B143}" type="parTrans" cxnId="{15594962-0425-4A24-BC3D-C266AC802B07}">
      <dgm:prSet/>
      <dgm:spPr/>
      <dgm:t>
        <a:bodyPr/>
        <a:lstStyle/>
        <a:p>
          <a:endParaRPr lang="it-IT"/>
        </a:p>
      </dgm:t>
    </dgm:pt>
    <dgm:pt modelId="{21BDE178-96B0-4AA7-B797-EB6CFD27C21A}" type="sibTrans" cxnId="{15594962-0425-4A24-BC3D-C266AC802B07}">
      <dgm:prSet/>
      <dgm:spPr/>
      <dgm:t>
        <a:bodyPr/>
        <a:lstStyle/>
        <a:p>
          <a:endParaRPr lang="it-IT"/>
        </a:p>
      </dgm:t>
    </dgm:pt>
    <dgm:pt modelId="{144BD15A-EBD7-438F-B239-DC1D10DD336B}">
      <dgm:prSet custT="1"/>
      <dgm:spPr/>
      <dgm:t>
        <a:bodyPr/>
        <a:lstStyle/>
        <a:p>
          <a:r>
            <a:rPr lang="it-IT" sz="1800" dirty="0"/>
            <a:t>Interruzione delle attività in caso di sonar </a:t>
          </a:r>
          <a:r>
            <a:rPr lang="it-IT" sz="1800" dirty="0" err="1"/>
            <a:t>failure</a:t>
          </a:r>
          <a:endParaRPr lang="it-IT" sz="1800" dirty="0"/>
        </a:p>
      </dgm:t>
    </dgm:pt>
    <dgm:pt modelId="{B1AED593-5182-4693-8898-A34D845EB582}" type="parTrans" cxnId="{ABE6B7C9-A467-4DA0-9E76-78CFE808A675}">
      <dgm:prSet/>
      <dgm:spPr/>
      <dgm:t>
        <a:bodyPr/>
        <a:lstStyle/>
        <a:p>
          <a:endParaRPr lang="it-IT"/>
        </a:p>
      </dgm:t>
    </dgm:pt>
    <dgm:pt modelId="{D6DDBF52-E1B4-4AA7-AA89-978A4ADE3778}" type="sibTrans" cxnId="{ABE6B7C9-A467-4DA0-9E76-78CFE808A675}">
      <dgm:prSet/>
      <dgm:spPr/>
      <dgm:t>
        <a:bodyPr/>
        <a:lstStyle/>
        <a:p>
          <a:endParaRPr lang="it-IT"/>
        </a:p>
      </dgm:t>
    </dgm:pt>
    <dgm:pt modelId="{19AC7F31-5AA2-4C13-8613-5667A42BA99A}">
      <dgm:prSet custT="1"/>
      <dgm:spPr/>
      <dgm:t>
        <a:bodyPr/>
        <a:lstStyle/>
        <a:p>
          <a:r>
            <a:rPr lang="it-IT" sz="1800" dirty="0"/>
            <a:t>Controllo sulla disponibilità di Slot</a:t>
          </a:r>
        </a:p>
      </dgm:t>
    </dgm:pt>
    <dgm:pt modelId="{8C764F3B-B17A-48ED-AC89-06BD8D7A6EED}" type="parTrans" cxnId="{5CB345DB-5A11-46DD-96C7-666CCC8DE18A}">
      <dgm:prSet/>
      <dgm:spPr/>
      <dgm:t>
        <a:bodyPr/>
        <a:lstStyle/>
        <a:p>
          <a:endParaRPr lang="it-IT"/>
        </a:p>
      </dgm:t>
    </dgm:pt>
    <dgm:pt modelId="{09B0D770-37F0-4198-9202-F6C515E6C569}" type="sibTrans" cxnId="{5CB345DB-5A11-46DD-96C7-666CCC8DE18A}">
      <dgm:prSet/>
      <dgm:spPr/>
      <dgm:t>
        <a:bodyPr/>
        <a:lstStyle/>
        <a:p>
          <a:endParaRPr lang="it-IT"/>
        </a:p>
      </dgm:t>
    </dgm:pt>
    <dgm:pt modelId="{7D948B1C-7D47-40AF-B43F-BD71C62F7138}">
      <dgm:prSet custT="1"/>
      <dgm:spPr/>
      <dgm:t>
        <a:bodyPr/>
        <a:lstStyle/>
        <a:p>
          <a:r>
            <a:rPr lang="it-IT" sz="1800" dirty="0"/>
            <a:t>Realizzazione delle classi </a:t>
          </a:r>
          <a:r>
            <a:rPr lang="it-IT" sz="1800" dirty="0" err="1"/>
            <a:t>helper</a:t>
          </a:r>
          <a:r>
            <a:rPr lang="it-IT" sz="1800" dirty="0"/>
            <a:t> </a:t>
          </a:r>
          <a:r>
            <a:rPr lang="it-IT" sz="1800" dirty="0" err="1"/>
            <a:t>Hold</a:t>
          </a:r>
          <a:r>
            <a:rPr lang="it-IT" sz="1800" b="1" dirty="0"/>
            <a:t> </a:t>
          </a:r>
          <a:r>
            <a:rPr lang="it-IT" sz="1800" dirty="0"/>
            <a:t>e Slot</a:t>
          </a:r>
        </a:p>
      </dgm:t>
    </dgm:pt>
    <dgm:pt modelId="{DB0E90FF-CCA7-4338-A284-193891DAA5EB}" type="parTrans" cxnId="{39C064FB-EF0C-4FBE-8D0C-AA48F399C900}">
      <dgm:prSet/>
      <dgm:spPr/>
      <dgm:t>
        <a:bodyPr/>
        <a:lstStyle/>
        <a:p>
          <a:endParaRPr lang="it-IT"/>
        </a:p>
      </dgm:t>
    </dgm:pt>
    <dgm:pt modelId="{DEFD1881-5844-4551-BAE4-DBFF711179EC}" type="sibTrans" cxnId="{39C064FB-EF0C-4FBE-8D0C-AA48F399C900}">
      <dgm:prSet/>
      <dgm:spPr/>
      <dgm:t>
        <a:bodyPr/>
        <a:lstStyle/>
        <a:p>
          <a:endParaRPr lang="it-IT"/>
        </a:p>
      </dgm:t>
    </dgm:pt>
    <dgm:pt modelId="{F7F7566C-CF64-4601-A3F0-510B42BDDD60}" type="pres">
      <dgm:prSet presAssocID="{37201134-BEC0-4142-8ED4-750A9C0ACE7B}" presName="linear" presStyleCnt="0">
        <dgm:presLayoutVars>
          <dgm:animLvl val="lvl"/>
          <dgm:resizeHandles val="exact"/>
        </dgm:presLayoutVars>
      </dgm:prSet>
      <dgm:spPr/>
    </dgm:pt>
    <dgm:pt modelId="{F637C8D8-F55A-4FF7-8461-381D74BB8DD0}" type="pres">
      <dgm:prSet presAssocID="{C3389608-0FE8-49B4-83C9-90BA7B6D137A}" presName="parentText" presStyleLbl="node1" presStyleIdx="0" presStyleCnt="2" custScaleX="100000" custScaleY="43195" custLinFactNeighborX="-690" custLinFactNeighborY="-6409">
        <dgm:presLayoutVars>
          <dgm:chMax val="0"/>
          <dgm:bulletEnabled val="1"/>
        </dgm:presLayoutVars>
      </dgm:prSet>
      <dgm:spPr/>
    </dgm:pt>
    <dgm:pt modelId="{B2146E2B-AC55-44C3-801C-7316C9BF9D9B}" type="pres">
      <dgm:prSet presAssocID="{C3389608-0FE8-49B4-83C9-90BA7B6D137A}" presName="childText" presStyleLbl="revTx" presStyleIdx="0" presStyleCnt="2" custScaleY="111346" custLinFactNeighborY="-9969">
        <dgm:presLayoutVars>
          <dgm:bulletEnabled val="1"/>
        </dgm:presLayoutVars>
      </dgm:prSet>
      <dgm:spPr/>
    </dgm:pt>
    <dgm:pt modelId="{DBC0A8BD-647B-425A-8852-12DB95BA59C1}" type="pres">
      <dgm:prSet presAssocID="{D870EFC3-5056-4545-877C-E94C26A64931}" presName="parentText" presStyleLbl="node1" presStyleIdx="1" presStyleCnt="2" custScaleY="43195" custLinFactNeighborY="-9510">
        <dgm:presLayoutVars>
          <dgm:chMax val="0"/>
          <dgm:bulletEnabled val="1"/>
        </dgm:presLayoutVars>
      </dgm:prSet>
      <dgm:spPr/>
    </dgm:pt>
    <dgm:pt modelId="{89EB7604-18FD-4FB7-9C4C-15268E025804}" type="pres">
      <dgm:prSet presAssocID="{D870EFC3-5056-4545-877C-E94C26A64931}" presName="childText" presStyleLbl="revTx" presStyleIdx="1" presStyleCnt="2" custLinFactNeighborY="-9202">
        <dgm:presLayoutVars>
          <dgm:bulletEnabled val="1"/>
        </dgm:presLayoutVars>
      </dgm:prSet>
      <dgm:spPr/>
    </dgm:pt>
  </dgm:ptLst>
  <dgm:cxnLst>
    <dgm:cxn modelId="{CD6D230B-C35D-4411-9E83-15ED0E2ADDBD}" srcId="{C3389608-0FE8-49B4-83C9-90BA7B6D137A}" destId="{C64D33FC-D851-49E3-8043-F799C82BF937}" srcOrd="0" destOrd="0" parTransId="{95B8A35B-C7FE-4BFF-8134-6B076EE12BB4}" sibTransId="{29D72FD3-9AB1-483B-BEDE-688205ED8B06}"/>
    <dgm:cxn modelId="{88089B2E-2F40-43EF-87F4-C3494D2BBD23}" type="presOf" srcId="{CD1B52D3-FBEC-4AA9-B557-163084D0E4AF}" destId="{B2146E2B-AC55-44C3-801C-7316C9BF9D9B}" srcOrd="0" destOrd="1" presId="urn:microsoft.com/office/officeart/2005/8/layout/vList2"/>
    <dgm:cxn modelId="{7CDB4F36-8D0E-4181-B010-361298D14910}" type="presOf" srcId="{D870EFC3-5056-4545-877C-E94C26A64931}" destId="{DBC0A8BD-647B-425A-8852-12DB95BA59C1}" srcOrd="0" destOrd="0" presId="urn:microsoft.com/office/officeart/2005/8/layout/vList2"/>
    <dgm:cxn modelId="{D0F49B5B-D5D2-4757-847D-1A0B5ABAA1ED}" type="presOf" srcId="{AF709386-F838-443A-B865-1E1D25C617BD}" destId="{B2146E2B-AC55-44C3-801C-7316C9BF9D9B}" srcOrd="0" destOrd="2" presId="urn:microsoft.com/office/officeart/2005/8/layout/vList2"/>
    <dgm:cxn modelId="{15594962-0425-4A24-BC3D-C266AC802B07}" srcId="{C3389608-0FE8-49B4-83C9-90BA7B6D137A}" destId="{AF709386-F838-443A-B865-1E1D25C617BD}" srcOrd="2" destOrd="0" parTransId="{124821F6-C484-43FA-8EAB-34C98E67B143}" sibTransId="{21BDE178-96B0-4AA7-B797-EB6CFD27C21A}"/>
    <dgm:cxn modelId="{C914E962-82D0-444C-8BC7-8AF07CA1400E}" srcId="{D870EFC3-5056-4545-877C-E94C26A64931}" destId="{FDC6F828-F8DA-4C77-997B-1162DB12B957}" srcOrd="0" destOrd="0" parTransId="{D0770863-1EE2-4CCA-95E2-09D4BACBD334}" sibTransId="{F99A3B2B-16FE-4598-921B-D27CAD5C2E01}"/>
    <dgm:cxn modelId="{0FFC8F69-DCC5-4540-9036-5E7BF5234202}" type="presOf" srcId="{144BD15A-EBD7-438F-B239-DC1D10DD336B}" destId="{B2146E2B-AC55-44C3-801C-7316C9BF9D9B}" srcOrd="0" destOrd="3" presId="urn:microsoft.com/office/officeart/2005/8/layout/vList2"/>
    <dgm:cxn modelId="{FCA02C56-C7C8-41F4-B10F-79939463F6EB}" type="presOf" srcId="{37201134-BEC0-4142-8ED4-750A9C0ACE7B}" destId="{F7F7566C-CF64-4601-A3F0-510B42BDDD60}" srcOrd="0" destOrd="0" presId="urn:microsoft.com/office/officeart/2005/8/layout/vList2"/>
    <dgm:cxn modelId="{35CA01A2-594B-45F4-A330-4B59E85EF45D}" type="presOf" srcId="{FDC6F828-F8DA-4C77-997B-1162DB12B957}" destId="{89EB7604-18FD-4FB7-9C4C-15268E025804}" srcOrd="0" destOrd="0" presId="urn:microsoft.com/office/officeart/2005/8/layout/vList2"/>
    <dgm:cxn modelId="{159834B7-B5DC-4408-A1C7-BE1ACC96117E}" type="presOf" srcId="{C64D33FC-D851-49E3-8043-F799C82BF937}" destId="{B2146E2B-AC55-44C3-801C-7316C9BF9D9B}" srcOrd="0" destOrd="0" presId="urn:microsoft.com/office/officeart/2005/8/layout/vList2"/>
    <dgm:cxn modelId="{DDBF82B8-9C8D-4E26-84F9-3F156A59314E}" srcId="{37201134-BEC0-4142-8ED4-750A9C0ACE7B}" destId="{D870EFC3-5056-4545-877C-E94C26A64931}" srcOrd="1" destOrd="0" parTransId="{33A70954-BA2B-47FD-A8B6-1A82C4FFEC16}" sibTransId="{E15A14CF-6689-4E6E-A0DE-54401BDCDBC3}"/>
    <dgm:cxn modelId="{2BBB72C9-F697-47F2-8FF3-2D35F8A62288}" srcId="{C3389608-0FE8-49B4-83C9-90BA7B6D137A}" destId="{CD1B52D3-FBEC-4AA9-B557-163084D0E4AF}" srcOrd="1" destOrd="0" parTransId="{772CE5A6-769D-432E-BE21-9AC3E55B335C}" sibTransId="{1B5EB3E5-5897-47B1-B96E-D72397467B8D}"/>
    <dgm:cxn modelId="{ABE6B7C9-A467-4DA0-9E76-78CFE808A675}" srcId="{C3389608-0FE8-49B4-83C9-90BA7B6D137A}" destId="{144BD15A-EBD7-438F-B239-DC1D10DD336B}" srcOrd="3" destOrd="0" parTransId="{B1AED593-5182-4693-8898-A34D845EB582}" sibTransId="{D6DDBF52-E1B4-4AA7-AA89-978A4ADE3778}"/>
    <dgm:cxn modelId="{C8651BD5-2C08-475A-AE4E-B72AC540D1B4}" type="presOf" srcId="{7D948B1C-7D47-40AF-B43F-BD71C62F7138}" destId="{89EB7604-18FD-4FB7-9C4C-15268E025804}" srcOrd="0" destOrd="2" presId="urn:microsoft.com/office/officeart/2005/8/layout/vList2"/>
    <dgm:cxn modelId="{58B80CD7-3D7E-431C-9B0B-2713FC16BC01}" type="presOf" srcId="{19AC7F31-5AA2-4C13-8613-5667A42BA99A}" destId="{89EB7604-18FD-4FB7-9C4C-15268E025804}" srcOrd="0" destOrd="1" presId="urn:microsoft.com/office/officeart/2005/8/layout/vList2"/>
    <dgm:cxn modelId="{5CB345DB-5A11-46DD-96C7-666CCC8DE18A}" srcId="{D870EFC3-5056-4545-877C-E94C26A64931}" destId="{19AC7F31-5AA2-4C13-8613-5667A42BA99A}" srcOrd="1" destOrd="0" parTransId="{8C764F3B-B17A-48ED-AC89-06BD8D7A6EED}" sibTransId="{09B0D770-37F0-4198-9202-F6C515E6C569}"/>
    <dgm:cxn modelId="{C0E554E1-ACE5-43F8-B83E-4E9C7AC40992}" type="presOf" srcId="{C3389608-0FE8-49B4-83C9-90BA7B6D137A}" destId="{F637C8D8-F55A-4FF7-8461-381D74BB8DD0}" srcOrd="0" destOrd="0" presId="urn:microsoft.com/office/officeart/2005/8/layout/vList2"/>
    <dgm:cxn modelId="{9D96A2EA-B914-43F2-9A0D-D3D1707F7C9D}" srcId="{37201134-BEC0-4142-8ED4-750A9C0ACE7B}" destId="{C3389608-0FE8-49B4-83C9-90BA7B6D137A}" srcOrd="0" destOrd="0" parTransId="{7B7B56E5-DF19-4F33-ABC1-76170C14402B}" sibTransId="{1455EB56-EAE1-4C69-A9C0-38FB5B1D2B4B}"/>
    <dgm:cxn modelId="{39C064FB-EF0C-4FBE-8D0C-AA48F399C900}" srcId="{D870EFC3-5056-4545-877C-E94C26A64931}" destId="{7D948B1C-7D47-40AF-B43F-BD71C62F7138}" srcOrd="2" destOrd="0" parTransId="{DB0E90FF-CCA7-4338-A284-193891DAA5EB}" sibTransId="{DEFD1881-5844-4551-BAE4-DBFF711179EC}"/>
    <dgm:cxn modelId="{32F5BC2D-147E-4565-9BB3-B16F6935D0A2}" type="presParOf" srcId="{F7F7566C-CF64-4601-A3F0-510B42BDDD60}" destId="{F637C8D8-F55A-4FF7-8461-381D74BB8DD0}" srcOrd="0" destOrd="0" presId="urn:microsoft.com/office/officeart/2005/8/layout/vList2"/>
    <dgm:cxn modelId="{BF8727A2-8227-4EB8-ABE9-A3F88E66ABAA}" type="presParOf" srcId="{F7F7566C-CF64-4601-A3F0-510B42BDDD60}" destId="{B2146E2B-AC55-44C3-801C-7316C9BF9D9B}" srcOrd="1" destOrd="0" presId="urn:microsoft.com/office/officeart/2005/8/layout/vList2"/>
    <dgm:cxn modelId="{691A1CB5-BC2E-479C-92D7-0090A37A26FF}" type="presParOf" srcId="{F7F7566C-CF64-4601-A3F0-510B42BDDD60}" destId="{DBC0A8BD-647B-425A-8852-12DB95BA59C1}" srcOrd="2" destOrd="0" presId="urn:microsoft.com/office/officeart/2005/8/layout/vList2"/>
    <dgm:cxn modelId="{D889CCAB-692E-4022-9E54-D7A1F0DEAFE3}" type="presParOf" srcId="{F7F7566C-CF64-4601-A3F0-510B42BDDD60}" destId="{89EB7604-18FD-4FB7-9C4C-15268E025804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131B3C9-D92B-4117-AF42-61B49E2497AD}">
      <dsp:nvSpPr>
        <dsp:cNvPr id="0" name=""/>
        <dsp:cNvSpPr/>
      </dsp:nvSpPr>
      <dsp:spPr>
        <a:xfrm>
          <a:off x="35234" y="201679"/>
          <a:ext cx="766779" cy="76677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269B600-3E7F-49DA-A1FE-3937F2EE2779}">
      <dsp:nvSpPr>
        <dsp:cNvPr id="0" name=""/>
        <dsp:cNvSpPr/>
      </dsp:nvSpPr>
      <dsp:spPr>
        <a:xfrm>
          <a:off x="196258" y="362702"/>
          <a:ext cx="444732" cy="444732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9F936B9-B204-4CC7-B16C-B0B1DFFAAEEA}">
      <dsp:nvSpPr>
        <dsp:cNvPr id="0" name=""/>
        <dsp:cNvSpPr/>
      </dsp:nvSpPr>
      <dsp:spPr>
        <a:xfrm>
          <a:off x="966324" y="201679"/>
          <a:ext cx="1807409" cy="7667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/>
            <a:t>Formalizzazione dei </a:t>
          </a:r>
          <a:r>
            <a:rPr lang="it-IT" sz="1300" b="1" kern="1200"/>
            <a:t>requisiti del committente</a:t>
          </a:r>
          <a:endParaRPr lang="en-US" sz="1300" kern="1200"/>
        </a:p>
      </dsp:txBody>
      <dsp:txXfrm>
        <a:off x="966324" y="201679"/>
        <a:ext cx="1807409" cy="766779"/>
      </dsp:txXfrm>
    </dsp:sp>
    <dsp:sp modelId="{DA2BD37A-79E2-422A-ADB0-220EDF61F2AF}">
      <dsp:nvSpPr>
        <dsp:cNvPr id="0" name=""/>
        <dsp:cNvSpPr/>
      </dsp:nvSpPr>
      <dsp:spPr>
        <a:xfrm>
          <a:off x="3088661" y="201679"/>
          <a:ext cx="766779" cy="76677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01F935-1098-40E1-8077-5A8C2AD18D46}">
      <dsp:nvSpPr>
        <dsp:cNvPr id="0" name=""/>
        <dsp:cNvSpPr/>
      </dsp:nvSpPr>
      <dsp:spPr>
        <a:xfrm>
          <a:off x="3249685" y="362702"/>
          <a:ext cx="444732" cy="444732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31AEA69-43D5-45D5-BC89-9F8C88E01D36}">
      <dsp:nvSpPr>
        <dsp:cNvPr id="0" name=""/>
        <dsp:cNvSpPr/>
      </dsp:nvSpPr>
      <dsp:spPr>
        <a:xfrm>
          <a:off x="4019751" y="201679"/>
          <a:ext cx="1807409" cy="7667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/>
            <a:t>Analisi dei componenti </a:t>
          </a:r>
          <a:r>
            <a:rPr lang="it-IT" sz="1300" b="1" kern="1200"/>
            <a:t>basicrobot</a:t>
          </a:r>
          <a:r>
            <a:rPr lang="it-IT" sz="1300" kern="1200"/>
            <a:t> e </a:t>
          </a:r>
          <a:r>
            <a:rPr lang="it-IT" sz="1300" b="1" kern="1200"/>
            <a:t>productservice</a:t>
          </a:r>
          <a:endParaRPr lang="en-US" sz="1300" kern="1200"/>
        </a:p>
      </dsp:txBody>
      <dsp:txXfrm>
        <a:off x="4019751" y="201679"/>
        <a:ext cx="1807409" cy="766779"/>
      </dsp:txXfrm>
    </dsp:sp>
    <dsp:sp modelId="{7F72141E-C048-46FB-931D-DEF369846BB7}">
      <dsp:nvSpPr>
        <dsp:cNvPr id="0" name=""/>
        <dsp:cNvSpPr/>
      </dsp:nvSpPr>
      <dsp:spPr>
        <a:xfrm>
          <a:off x="35234" y="1664866"/>
          <a:ext cx="766779" cy="76677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550F39-0992-4B3E-9187-8BDB0A86E591}">
      <dsp:nvSpPr>
        <dsp:cNvPr id="0" name=""/>
        <dsp:cNvSpPr/>
      </dsp:nvSpPr>
      <dsp:spPr>
        <a:xfrm>
          <a:off x="196258" y="1825889"/>
          <a:ext cx="444732" cy="444732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7E29B48-CFFE-49E0-97B9-4113AE6FA3CE}">
      <dsp:nvSpPr>
        <dsp:cNvPr id="0" name=""/>
        <dsp:cNvSpPr/>
      </dsp:nvSpPr>
      <dsp:spPr>
        <a:xfrm>
          <a:off x="966324" y="1664866"/>
          <a:ext cx="1807409" cy="7667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/>
            <a:t>Mappatura della </a:t>
          </a:r>
          <a:r>
            <a:rPr lang="it-IT" sz="1300" b="1" kern="1200"/>
            <a:t>Hold</a:t>
          </a:r>
          <a:endParaRPr lang="en-US" sz="1300" kern="1200"/>
        </a:p>
      </dsp:txBody>
      <dsp:txXfrm>
        <a:off x="966324" y="1664866"/>
        <a:ext cx="1807409" cy="766779"/>
      </dsp:txXfrm>
    </dsp:sp>
    <dsp:sp modelId="{9CF86B7E-23B2-463C-9FB5-7EB22012CD83}">
      <dsp:nvSpPr>
        <dsp:cNvPr id="0" name=""/>
        <dsp:cNvSpPr/>
      </dsp:nvSpPr>
      <dsp:spPr>
        <a:xfrm>
          <a:off x="3088661" y="1664866"/>
          <a:ext cx="766779" cy="76677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961872D-8886-4D87-BF5A-927E46C2C721}">
      <dsp:nvSpPr>
        <dsp:cNvPr id="0" name=""/>
        <dsp:cNvSpPr/>
      </dsp:nvSpPr>
      <dsp:spPr>
        <a:xfrm>
          <a:off x="3249685" y="1825889"/>
          <a:ext cx="444732" cy="444732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912DEB-007B-4DAC-B6A9-AC0A90E201CB}">
      <dsp:nvSpPr>
        <dsp:cNvPr id="0" name=""/>
        <dsp:cNvSpPr/>
      </dsp:nvSpPr>
      <dsp:spPr>
        <a:xfrm>
          <a:off x="4019751" y="1664866"/>
          <a:ext cx="1807409" cy="7667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/>
            <a:t>Definizione dell’</a:t>
          </a:r>
          <a:r>
            <a:rPr lang="it-IT" sz="1300" b="1" kern="1200"/>
            <a:t>architettura logica del sistema</a:t>
          </a:r>
          <a:endParaRPr lang="en-US" sz="1300" kern="1200"/>
        </a:p>
      </dsp:txBody>
      <dsp:txXfrm>
        <a:off x="4019751" y="1664866"/>
        <a:ext cx="1807409" cy="766779"/>
      </dsp:txXfrm>
    </dsp:sp>
    <dsp:sp modelId="{EC64706F-0005-400B-AF55-5E1DC44F8EFB}">
      <dsp:nvSpPr>
        <dsp:cNvPr id="0" name=""/>
        <dsp:cNvSpPr/>
      </dsp:nvSpPr>
      <dsp:spPr>
        <a:xfrm>
          <a:off x="35234" y="3128052"/>
          <a:ext cx="766779" cy="766779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5A2B4E-56FC-492B-8040-27D908A2621F}">
      <dsp:nvSpPr>
        <dsp:cNvPr id="0" name=""/>
        <dsp:cNvSpPr/>
      </dsp:nvSpPr>
      <dsp:spPr>
        <a:xfrm>
          <a:off x="196258" y="3289076"/>
          <a:ext cx="444732" cy="444732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780F5E-167A-4F1C-B474-54BD1AC0C668}">
      <dsp:nvSpPr>
        <dsp:cNvPr id="0" name=""/>
        <dsp:cNvSpPr/>
      </dsp:nvSpPr>
      <dsp:spPr>
        <a:xfrm>
          <a:off x="966324" y="3128052"/>
          <a:ext cx="1807409" cy="76677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1300" kern="1200" dirty="0"/>
            <a:t>Definizione di un </a:t>
          </a:r>
          <a:r>
            <a:rPr lang="it-IT" sz="1300" b="1" kern="1200" dirty="0"/>
            <a:t>piano di testing </a:t>
          </a:r>
          <a:r>
            <a:rPr lang="it-IT" sz="1300" kern="1200" dirty="0"/>
            <a:t>iniziale</a:t>
          </a:r>
          <a:endParaRPr lang="en-US" sz="1300" kern="1200" dirty="0"/>
        </a:p>
      </dsp:txBody>
      <dsp:txXfrm>
        <a:off x="966324" y="3128052"/>
        <a:ext cx="1807409" cy="76677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37C8D8-F55A-4FF7-8461-381D74BB8DD0}">
      <dsp:nvSpPr>
        <dsp:cNvPr id="0" name=""/>
        <dsp:cNvSpPr/>
      </dsp:nvSpPr>
      <dsp:spPr>
        <a:xfrm>
          <a:off x="0" y="0"/>
          <a:ext cx="5410202" cy="52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dirty="0"/>
            <a:t>Modellazione di </a:t>
          </a:r>
          <a:r>
            <a:rPr lang="it-IT" sz="2000" b="1" kern="1200" dirty="0" err="1"/>
            <a:t>cargoservice</a:t>
          </a:r>
          <a:r>
            <a:rPr lang="it-IT" sz="2000" kern="1200" dirty="0"/>
            <a:t>:</a:t>
          </a:r>
          <a:endParaRPr lang="en-US" sz="2000" kern="1200" dirty="0"/>
        </a:p>
      </dsp:txBody>
      <dsp:txXfrm>
        <a:off x="25587" y="25587"/>
        <a:ext cx="5359028" cy="472986"/>
      </dsp:txXfrm>
    </dsp:sp>
    <dsp:sp modelId="{B2146E2B-AC55-44C3-801C-7316C9BF9D9B}">
      <dsp:nvSpPr>
        <dsp:cNvPr id="0" name=""/>
        <dsp:cNvSpPr/>
      </dsp:nvSpPr>
      <dsp:spPr>
        <a:xfrm>
          <a:off x="0" y="531219"/>
          <a:ext cx="5410202" cy="194684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dirty="0"/>
            <a:t>Ricezione e validazione delle </a:t>
          </a:r>
          <a:r>
            <a:rPr lang="it-IT" sz="1800" b="0" kern="1200" dirty="0"/>
            <a:t>richieste di carico</a:t>
          </a:r>
          <a:endParaRPr lang="en-US" sz="1800" b="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dirty="0"/>
            <a:t>Coordinamento del rilevamento e della collocazione del </a:t>
          </a:r>
          <a:r>
            <a:rPr lang="it-IT" sz="1800" b="0" kern="1200" dirty="0"/>
            <a:t>product container </a:t>
          </a:r>
          <a:r>
            <a:rPr lang="it-IT" sz="1800" kern="1200" dirty="0"/>
            <a:t>nello </a:t>
          </a:r>
          <a:r>
            <a:rPr lang="it-IT" sz="1800" b="0" kern="1200" dirty="0"/>
            <a:t>Slot</a:t>
          </a:r>
          <a:endParaRPr lang="en-US" sz="1800" b="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dirty="0"/>
            <a:t>Comunicazione dello stato aggiornato alla </a:t>
          </a:r>
          <a:r>
            <a:rPr lang="it-IT" sz="1800" b="0" kern="1200" dirty="0"/>
            <a:t>GUI</a:t>
          </a:r>
          <a:endParaRPr lang="en-US" sz="1800" b="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dirty="0"/>
            <a:t>Gestione delle </a:t>
          </a:r>
          <a:r>
            <a:rPr lang="it-IT" sz="1800" b="0" kern="1200" dirty="0"/>
            <a:t>sonar</a:t>
          </a:r>
          <a:r>
            <a:rPr lang="it-IT" sz="1800" b="1" kern="1200" dirty="0"/>
            <a:t> </a:t>
          </a:r>
          <a:r>
            <a:rPr lang="it-IT" sz="1800" b="0" kern="1200" dirty="0" err="1"/>
            <a:t>failure</a:t>
          </a:r>
          <a:endParaRPr lang="en-US" sz="1800" b="0" kern="1200" dirty="0"/>
        </a:p>
      </dsp:txBody>
      <dsp:txXfrm>
        <a:off x="0" y="531219"/>
        <a:ext cx="5410202" cy="1946843"/>
      </dsp:txXfrm>
    </dsp:sp>
    <dsp:sp modelId="{DBC0A8BD-647B-425A-8852-12DB95BA59C1}">
      <dsp:nvSpPr>
        <dsp:cNvPr id="0" name=""/>
        <dsp:cNvSpPr/>
      </dsp:nvSpPr>
      <dsp:spPr>
        <a:xfrm>
          <a:off x="0" y="2478062"/>
          <a:ext cx="5410202" cy="524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dirty="0"/>
            <a:t>Modellazione di </a:t>
          </a:r>
          <a:r>
            <a:rPr lang="it-IT" sz="2000" b="1" kern="1200" dirty="0" err="1"/>
            <a:t>requestvalidator</a:t>
          </a:r>
          <a:r>
            <a:rPr lang="it-IT" sz="2000" kern="1200" dirty="0"/>
            <a:t>:</a:t>
          </a:r>
          <a:endParaRPr lang="en-US" sz="2000" kern="1200" dirty="0"/>
        </a:p>
      </dsp:txBody>
      <dsp:txXfrm>
        <a:off x="25587" y="2503649"/>
        <a:ext cx="5359028" cy="472986"/>
      </dsp:txXfrm>
    </dsp:sp>
    <dsp:sp modelId="{89EB7604-18FD-4FB7-9C4C-15268E025804}">
      <dsp:nvSpPr>
        <dsp:cNvPr id="0" name=""/>
        <dsp:cNvSpPr/>
      </dsp:nvSpPr>
      <dsp:spPr>
        <a:xfrm>
          <a:off x="0" y="3002222"/>
          <a:ext cx="5410202" cy="139104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9210" rIns="163576" bIns="2921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b="0" kern="1200" dirty="0"/>
            <a:t>Validazione</a:t>
          </a:r>
          <a:r>
            <a:rPr lang="it-IT" sz="1800" b="1" kern="1200" dirty="0"/>
            <a:t> </a:t>
          </a:r>
          <a:r>
            <a:rPr lang="it-IT" sz="1800" b="0" kern="1200" dirty="0"/>
            <a:t>centralizzata</a:t>
          </a:r>
          <a:r>
            <a:rPr lang="it-IT" sz="1800" b="1" kern="1200" dirty="0"/>
            <a:t> </a:t>
          </a:r>
          <a:r>
            <a:rPr lang="it-IT" sz="1800" kern="1200" dirty="0"/>
            <a:t>delle richieste di carico</a:t>
          </a:r>
          <a:endParaRPr lang="en-US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dirty="0"/>
            <a:t>Separazione della validazione dalla logica applicativa di </a:t>
          </a:r>
          <a:r>
            <a:rPr lang="it-IT" sz="1800" kern="1200" dirty="0" err="1"/>
            <a:t>cargoservice</a:t>
          </a:r>
          <a:endParaRPr lang="en-US" sz="1800" kern="1200" dirty="0"/>
        </a:p>
      </dsp:txBody>
      <dsp:txXfrm>
        <a:off x="0" y="3002222"/>
        <a:ext cx="5410202" cy="13910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637C8D8-F55A-4FF7-8461-381D74BB8DD0}">
      <dsp:nvSpPr>
        <dsp:cNvPr id="0" name=""/>
        <dsp:cNvSpPr/>
      </dsp:nvSpPr>
      <dsp:spPr>
        <a:xfrm>
          <a:off x="0" y="0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dirty="0"/>
            <a:t>Implementazione di </a:t>
          </a:r>
          <a:r>
            <a:rPr lang="it-IT" sz="2000" b="1" kern="1200" dirty="0" err="1"/>
            <a:t>cargoservice</a:t>
          </a:r>
          <a:r>
            <a:rPr lang="it-IT" sz="2000" kern="1200" dirty="0"/>
            <a:t>:</a:t>
          </a:r>
          <a:endParaRPr lang="en-US" sz="2000" kern="1200" dirty="0"/>
        </a:p>
      </dsp:txBody>
      <dsp:txXfrm>
        <a:off x="25657" y="25657"/>
        <a:ext cx="5358888" cy="474282"/>
      </dsp:txXfrm>
    </dsp:sp>
    <dsp:sp modelId="{B2146E2B-AC55-44C3-801C-7316C9BF9D9B}">
      <dsp:nvSpPr>
        <dsp:cNvPr id="0" name=""/>
        <dsp:cNvSpPr/>
      </dsp:nvSpPr>
      <dsp:spPr>
        <a:xfrm>
          <a:off x="0" y="516397"/>
          <a:ext cx="5410202" cy="194760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dirty="0"/>
            <a:t>Validazione della richiesta tramite </a:t>
          </a:r>
          <a:r>
            <a:rPr lang="it-IT" sz="1800" kern="1200" dirty="0" err="1"/>
            <a:t>requestvalidator</a:t>
          </a:r>
          <a:r>
            <a:rPr lang="it-IT" sz="1800" kern="1200" dirty="0"/>
            <a:t> e </a:t>
          </a:r>
          <a:r>
            <a:rPr lang="it-IT" sz="1800" kern="1200" dirty="0" err="1"/>
            <a:t>productservice</a:t>
          </a:r>
          <a:endParaRPr lang="en-US" sz="1800" b="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dirty="0"/>
            <a:t>Comunicazione dell’esito della richiesta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dirty="0"/>
            <a:t>Gestione del carico del product container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dirty="0"/>
            <a:t>Interruzione delle attività in caso di sonar </a:t>
          </a:r>
          <a:r>
            <a:rPr lang="it-IT" sz="1800" kern="1200" dirty="0" err="1"/>
            <a:t>failure</a:t>
          </a:r>
          <a:endParaRPr lang="it-IT" sz="1800" kern="1200" dirty="0"/>
        </a:p>
      </dsp:txBody>
      <dsp:txXfrm>
        <a:off x="0" y="516397"/>
        <a:ext cx="5410202" cy="1947608"/>
      </dsp:txXfrm>
    </dsp:sp>
    <dsp:sp modelId="{DBC0A8BD-647B-425A-8852-12DB95BA59C1}">
      <dsp:nvSpPr>
        <dsp:cNvPr id="0" name=""/>
        <dsp:cNvSpPr/>
      </dsp:nvSpPr>
      <dsp:spPr>
        <a:xfrm>
          <a:off x="0" y="2473346"/>
          <a:ext cx="5410202" cy="525596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000" kern="1200" dirty="0"/>
            <a:t>Implementazione di </a:t>
          </a:r>
          <a:r>
            <a:rPr lang="it-IT" sz="2000" b="1" kern="1200" dirty="0" err="1"/>
            <a:t>requestvalidator</a:t>
          </a:r>
          <a:r>
            <a:rPr lang="it-IT" sz="2000" kern="1200" dirty="0"/>
            <a:t>:</a:t>
          </a:r>
          <a:endParaRPr lang="en-US" sz="2000" kern="1200" dirty="0"/>
        </a:p>
      </dsp:txBody>
      <dsp:txXfrm>
        <a:off x="25657" y="2499003"/>
        <a:ext cx="5358888" cy="474282"/>
      </dsp:txXfrm>
    </dsp:sp>
    <dsp:sp modelId="{89EB7604-18FD-4FB7-9C4C-15268E025804}">
      <dsp:nvSpPr>
        <dsp:cNvPr id="0" name=""/>
        <dsp:cNvSpPr/>
      </dsp:nvSpPr>
      <dsp:spPr>
        <a:xfrm>
          <a:off x="0" y="2998935"/>
          <a:ext cx="5410202" cy="117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1774" tIns="22860" rIns="128016" bIns="22860" numCol="1" spcCol="1270" anchor="t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dirty="0"/>
            <a:t>Controllo che il peso non superi il limite massimo</a:t>
          </a:r>
          <a:endParaRPr lang="en-US" sz="1800" kern="1200" dirty="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dirty="0"/>
            <a:t>Controllo sulla disponibilità di Slot</a:t>
          </a:r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1800" kern="1200" dirty="0"/>
            <a:t>Realizzazione delle classi </a:t>
          </a:r>
          <a:r>
            <a:rPr lang="it-IT" sz="1800" kern="1200" dirty="0" err="1"/>
            <a:t>helper</a:t>
          </a:r>
          <a:r>
            <a:rPr lang="it-IT" sz="1800" kern="1200" dirty="0"/>
            <a:t> </a:t>
          </a:r>
          <a:r>
            <a:rPr lang="it-IT" sz="1800" kern="1200" dirty="0" err="1"/>
            <a:t>Hold</a:t>
          </a:r>
          <a:r>
            <a:rPr lang="it-IT" sz="1800" b="1" kern="1200" dirty="0"/>
            <a:t> </a:t>
          </a:r>
          <a:r>
            <a:rPr lang="it-IT" sz="1800" kern="1200" dirty="0"/>
            <a:t>e Slot</a:t>
          </a:r>
        </a:p>
      </dsp:txBody>
      <dsp:txXfrm>
        <a:off x="0" y="2998935"/>
        <a:ext cx="5410202" cy="117731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79451-7F4F-48F7-9661-2B1C2EB7BD6E}" type="datetimeFigureOut">
              <a:rPr lang="it-IT" smtClean="0"/>
              <a:t>18/11/2025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FC8205-DE80-478C-AD6F-2A649EE9AA9A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6424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C8205-DE80-478C-AD6F-2A649EE9AA9A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134288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FC8205-DE80-478C-AD6F-2A649EE9AA9A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32635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575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9590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24425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2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11/18/2025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663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11/18/2025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2781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11/18/2025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575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486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11/18/2025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876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882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479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11/18/2025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097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2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1A32057F-F015-B1B2-4E3E-2307F8EFC9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759E6B5F-F78A-A292-C73C-910DBF771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6" y="1129554"/>
            <a:ext cx="4361688" cy="3475236"/>
          </a:xfrm>
        </p:spPr>
        <p:txBody>
          <a:bodyPr>
            <a:normAutofit/>
          </a:bodyPr>
          <a:lstStyle/>
          <a:p>
            <a:pPr algn="l"/>
            <a:r>
              <a:rPr lang="it-IT" sz="5400" dirty="0"/>
              <a:t>Progetto ISS25</a:t>
            </a:r>
            <a:br>
              <a:rPr lang="it-IT" sz="5400" dirty="0"/>
            </a:br>
            <a:endParaRPr lang="it-IT" sz="5400" dirty="0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2019EEE2-1BF5-4C20-FF16-5B6BE252B9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6" y="4731337"/>
            <a:ext cx="4206240" cy="1184584"/>
          </a:xfrm>
        </p:spPr>
        <p:txBody>
          <a:bodyPr>
            <a:normAutofit/>
          </a:bodyPr>
          <a:lstStyle/>
          <a:p>
            <a:pPr algn="l">
              <a:lnSpc>
                <a:spcPct val="110000"/>
              </a:lnSpc>
            </a:pPr>
            <a:r>
              <a:rPr lang="it-IT" sz="1700" dirty="0"/>
              <a:t>Andriy </a:t>
            </a:r>
            <a:r>
              <a:rPr lang="it-IT" sz="1700" dirty="0" err="1"/>
              <a:t>Hrynda</a:t>
            </a:r>
            <a:endParaRPr lang="it-IT" sz="1700" dirty="0"/>
          </a:p>
          <a:p>
            <a:pPr algn="l">
              <a:lnSpc>
                <a:spcPct val="110000"/>
              </a:lnSpc>
            </a:pPr>
            <a:r>
              <a:rPr lang="it-IT" sz="1700" dirty="0"/>
              <a:t>Gabriele Ielpo</a:t>
            </a:r>
          </a:p>
          <a:p>
            <a:pPr algn="l">
              <a:lnSpc>
                <a:spcPct val="110000"/>
              </a:lnSpc>
            </a:pPr>
            <a:r>
              <a:rPr lang="it-IT" sz="1700" dirty="0"/>
              <a:t>Simone Montagnini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73E4779-FBE3-C1BB-B079-7116FD63F6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118"/>
          <a:stretch>
            <a:fillRect/>
          </a:stretch>
        </p:blipFill>
        <p:spPr>
          <a:xfrm>
            <a:off x="20" y="1"/>
            <a:ext cx="657559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341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7B65277-82C6-6D08-6DCA-4A7DCC3B71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4A2C3239-3D66-31DC-0FD7-4F4E49CDC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3504"/>
            <a:ext cx="5862396" cy="1527048"/>
          </a:xfrm>
        </p:spPr>
        <p:txBody>
          <a:bodyPr anchor="b">
            <a:normAutofit/>
          </a:bodyPr>
          <a:lstStyle/>
          <a:p>
            <a:r>
              <a:rPr lang="it-IT" sz="3300" dirty="0"/>
              <a:t>Sprint 0 – Analisi dei requisiti e definizione del sistema</a:t>
            </a:r>
          </a:p>
        </p:txBody>
      </p:sp>
      <p:graphicFrame>
        <p:nvGraphicFramePr>
          <p:cNvPr id="15" name="Segnaposto contenuto 3">
            <a:extLst>
              <a:ext uri="{FF2B5EF4-FFF2-40B4-BE49-F238E27FC236}">
                <a16:creationId xmlns:a16="http://schemas.microsoft.com/office/drawing/2014/main" id="{AEC90886-D999-52BD-BEC6-6C30F4033D2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06746047"/>
              </p:ext>
            </p:extLst>
          </p:nvPr>
        </p:nvGraphicFramePr>
        <p:xfrm>
          <a:off x="612648" y="2356490"/>
          <a:ext cx="5862396" cy="40965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Immagine 7">
            <a:extLst>
              <a:ext uri="{FF2B5EF4-FFF2-40B4-BE49-F238E27FC236}">
                <a16:creationId xmlns:a16="http://schemas.microsoft.com/office/drawing/2014/main" id="{9226DE5D-55A4-1712-29A5-5567756FA14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3410" t="10185" r="13152" b="12315"/>
          <a:stretch>
            <a:fillRect/>
          </a:stretch>
        </p:blipFill>
        <p:spPr>
          <a:xfrm>
            <a:off x="7392928" y="433384"/>
            <a:ext cx="4078439" cy="6019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0899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4043A4E-C7BC-FA2A-6CED-3FEE25981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7"/>
            <a:ext cx="10745788" cy="747250"/>
          </a:xfrm>
        </p:spPr>
        <p:txBody>
          <a:bodyPr/>
          <a:lstStyle/>
          <a:p>
            <a:r>
              <a:rPr lang="it-IT" sz="3300" dirty="0"/>
              <a:t>Sprint</a:t>
            </a:r>
            <a:r>
              <a:rPr lang="it-IT" dirty="0"/>
              <a:t> 1 – Implementazione del core-business</a:t>
            </a:r>
          </a:p>
        </p:txBody>
      </p:sp>
      <p:sp>
        <p:nvSpPr>
          <p:cNvPr id="10" name="Segnaposto testo 9">
            <a:extLst>
              <a:ext uri="{FF2B5EF4-FFF2-40B4-BE49-F238E27FC236}">
                <a16:creationId xmlns:a16="http://schemas.microsoft.com/office/drawing/2014/main" id="{2A485454-27FC-2B84-8EDE-AD02642BF2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294647"/>
            <a:ext cx="5157787" cy="497940"/>
          </a:xfrm>
        </p:spPr>
        <p:txBody>
          <a:bodyPr/>
          <a:lstStyle/>
          <a:p>
            <a:r>
              <a:rPr lang="it-IT" dirty="0"/>
              <a:t>Analisi</a:t>
            </a:r>
          </a:p>
        </p:txBody>
      </p:sp>
      <p:graphicFrame>
        <p:nvGraphicFramePr>
          <p:cNvPr id="15" name="Segnaposto contenuto 7">
            <a:extLst>
              <a:ext uri="{FF2B5EF4-FFF2-40B4-BE49-F238E27FC236}">
                <a16:creationId xmlns:a16="http://schemas.microsoft.com/office/drawing/2014/main" id="{D1882BC1-AF75-8B05-7E70-D59AE32C996D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699150060"/>
              </p:ext>
            </p:extLst>
          </p:nvPr>
        </p:nvGraphicFramePr>
        <p:xfrm>
          <a:off x="609600" y="1792587"/>
          <a:ext cx="5410202" cy="4400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1" name="Segnaposto testo 10">
            <a:extLst>
              <a:ext uri="{FF2B5EF4-FFF2-40B4-BE49-F238E27FC236}">
                <a16:creationId xmlns:a16="http://schemas.microsoft.com/office/drawing/2014/main" id="{13611D3E-8A4E-1641-2B3F-D8E3014E33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294647"/>
            <a:ext cx="5183188" cy="497940"/>
          </a:xfrm>
        </p:spPr>
        <p:txBody>
          <a:bodyPr/>
          <a:lstStyle/>
          <a:p>
            <a:r>
              <a:rPr lang="it-IT" dirty="0"/>
              <a:t>Progettazione</a:t>
            </a:r>
          </a:p>
        </p:txBody>
      </p:sp>
      <p:graphicFrame>
        <p:nvGraphicFramePr>
          <p:cNvPr id="16" name="Segnaposto contenuto 7">
            <a:extLst>
              <a:ext uri="{FF2B5EF4-FFF2-40B4-BE49-F238E27FC236}">
                <a16:creationId xmlns:a16="http://schemas.microsoft.com/office/drawing/2014/main" id="{664088DA-ED93-30D0-886A-DBDA46DFFF5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40210493"/>
              </p:ext>
            </p:extLst>
          </p:nvPr>
        </p:nvGraphicFramePr>
        <p:xfrm>
          <a:off x="6096000" y="1792587"/>
          <a:ext cx="5410202" cy="44003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4670451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607FCE-A6AF-64BB-A83C-C4F1833FF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Sprint 2</a:t>
            </a:r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AE59FF25-EC7B-728C-38BC-5182258930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Analisi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6F472D9C-CE0E-8083-B728-1BECE89727E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Modellazione di </a:t>
            </a:r>
            <a:r>
              <a:rPr lang="it-IT" dirty="0" err="1"/>
              <a:t>cargorobot</a:t>
            </a:r>
            <a:r>
              <a:rPr lang="it-IT" dirty="0"/>
              <a:t>:</a:t>
            </a:r>
          </a:p>
          <a:p>
            <a:endParaRPr lang="it-IT" dirty="0"/>
          </a:p>
          <a:p>
            <a:pPr marL="0" indent="0">
              <a:buNone/>
            </a:pPr>
            <a:r>
              <a:rPr lang="it-IT" dirty="0"/>
              <a:t>Modellazione di </a:t>
            </a:r>
            <a:r>
              <a:rPr lang="it-IT" dirty="0" err="1"/>
              <a:t>moveexec</a:t>
            </a:r>
            <a:r>
              <a:rPr lang="it-IT" dirty="0"/>
              <a:t>: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endParaRPr lang="it-IT" dirty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7F118928-1492-4D69-729F-9C87A0E6B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/>
              <a:t>Progettazione</a:t>
            </a:r>
          </a:p>
        </p:txBody>
      </p:sp>
      <p:sp>
        <p:nvSpPr>
          <p:cNvPr id="9" name="Segnaposto contenuto 8">
            <a:extLst>
              <a:ext uri="{FF2B5EF4-FFF2-40B4-BE49-F238E27FC236}">
                <a16:creationId xmlns:a16="http://schemas.microsoft.com/office/drawing/2014/main" id="{8971D709-90DB-2DE6-C958-C8178127130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Implementazione di </a:t>
            </a:r>
            <a:r>
              <a:rPr lang="it-IT" dirty="0" err="1"/>
              <a:t>cargorobot</a:t>
            </a:r>
            <a:r>
              <a:rPr lang="it-IT" dirty="0"/>
              <a:t>: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Implementazione di </a:t>
            </a:r>
            <a:r>
              <a:rPr lang="it-IT" dirty="0" err="1"/>
              <a:t>moveexec</a:t>
            </a:r>
            <a:r>
              <a:rPr lang="it-IT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823748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65C43-4CC2-AEE0-3617-1CB8E118A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5FF66A1-89B4-CDC5-F45D-9391FDD056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Sprint 2</a:t>
            </a:r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E296EA5E-D6A2-155A-A303-916598DC6D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dirty="0"/>
              <a:t>Analisi</a:t>
            </a:r>
          </a:p>
        </p:txBody>
      </p:sp>
      <p:sp>
        <p:nvSpPr>
          <p:cNvPr id="7" name="Segnaposto contenuto 6">
            <a:extLst>
              <a:ext uri="{FF2B5EF4-FFF2-40B4-BE49-F238E27FC236}">
                <a16:creationId xmlns:a16="http://schemas.microsoft.com/office/drawing/2014/main" id="{30D358E0-D5A4-36F9-CE8E-460F3EFC45D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dirty="0"/>
              <a:t>Modellazione di </a:t>
            </a:r>
            <a:r>
              <a:rPr lang="it-IT" dirty="0" err="1"/>
              <a:t>moveexec</a:t>
            </a:r>
            <a:r>
              <a:rPr lang="it-IT" dirty="0"/>
              <a:t>: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Modellazione di sonar: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Modellazione di led: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endParaRPr lang="it-IT" dirty="0"/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1B650F90-19C6-3BAA-9A9C-23CFF7821A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it-IT" dirty="0"/>
              <a:t>Progettazione</a:t>
            </a:r>
          </a:p>
        </p:txBody>
      </p:sp>
      <p:sp>
        <p:nvSpPr>
          <p:cNvPr id="9" name="Segnaposto contenuto 8">
            <a:extLst>
              <a:ext uri="{FF2B5EF4-FFF2-40B4-BE49-F238E27FC236}">
                <a16:creationId xmlns:a16="http://schemas.microsoft.com/office/drawing/2014/main" id="{4C9B3CE8-1987-A132-A9EB-5FCAE6939B5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358633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287550B-4482-B684-8D3C-809A75CEF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Sprint 3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2B90945-6A03-418A-FA90-4766BF89FD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98677755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197</Words>
  <Application>Microsoft Office PowerPoint</Application>
  <PresentationFormat>Widescreen</PresentationFormat>
  <Paragraphs>56</Paragraphs>
  <Slides>6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10" baseType="lpstr">
      <vt:lpstr>Aptos</vt:lpstr>
      <vt:lpstr>Arial</vt:lpstr>
      <vt:lpstr>Neue Haas Grotesk Text Pro</vt:lpstr>
      <vt:lpstr>VanillaVTI</vt:lpstr>
      <vt:lpstr>Progetto ISS25 </vt:lpstr>
      <vt:lpstr>Sprint 0 – Analisi dei requisiti e definizione del sistema</vt:lpstr>
      <vt:lpstr>Sprint 1 – Implementazione del core-business</vt:lpstr>
      <vt:lpstr>Sprint 2</vt:lpstr>
      <vt:lpstr>Sprint 2</vt:lpstr>
      <vt:lpstr>Sprint 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Simone Montagnini - simone.montagnini@studio.unibo.it</dc:creator>
  <cp:lastModifiedBy>Simone Montagnini - simone.montagnini@studio.unibo.it</cp:lastModifiedBy>
  <cp:revision>2</cp:revision>
  <dcterms:created xsi:type="dcterms:W3CDTF">2025-11-18T14:09:59Z</dcterms:created>
  <dcterms:modified xsi:type="dcterms:W3CDTF">2025-11-18T16:06:25Z</dcterms:modified>
</cp:coreProperties>
</file>