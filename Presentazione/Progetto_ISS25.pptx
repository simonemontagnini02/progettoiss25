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69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24" y="-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5B6E6C-35E9-4A30-9520-9B700DEDAB3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0EF6D4-6CB1-4395-9670-487E7061762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noProof="0" dirty="0"/>
            <a:t>Formalizzazione dei </a:t>
          </a:r>
          <a:r>
            <a:rPr lang="it-IT" b="1" noProof="0" dirty="0"/>
            <a:t>requisiti del committente</a:t>
          </a:r>
          <a:endParaRPr lang="it-IT" noProof="0" dirty="0"/>
        </a:p>
      </dgm:t>
    </dgm:pt>
    <dgm:pt modelId="{5D19C077-442B-437A-8190-631F65E5E064}" type="parTrans" cxnId="{4BBDFD83-26BE-4085-B0C5-A01D7A61AD9A}">
      <dgm:prSet/>
      <dgm:spPr/>
      <dgm:t>
        <a:bodyPr/>
        <a:lstStyle/>
        <a:p>
          <a:endParaRPr lang="en-US"/>
        </a:p>
      </dgm:t>
    </dgm:pt>
    <dgm:pt modelId="{F8EC0F27-1582-4A0C-8E10-9C9CE26DFD1C}" type="sibTrans" cxnId="{4BBDFD83-26BE-4085-B0C5-A01D7A61AD9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0237826-3343-4B7E-8A23-07ADC6C6D70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noProof="0" dirty="0"/>
            <a:t>Analisi dei componenti </a:t>
          </a:r>
          <a:r>
            <a:rPr lang="it-IT" b="1" noProof="0" dirty="0" err="1"/>
            <a:t>basicrobot</a:t>
          </a:r>
          <a:r>
            <a:rPr lang="it-IT" noProof="0" dirty="0"/>
            <a:t> e </a:t>
          </a:r>
          <a:r>
            <a:rPr lang="it-IT" b="1" noProof="0" dirty="0" err="1"/>
            <a:t>productservice</a:t>
          </a:r>
          <a:endParaRPr lang="it-IT" noProof="0" dirty="0"/>
        </a:p>
      </dgm:t>
    </dgm:pt>
    <dgm:pt modelId="{30E3D1C9-167B-4B25-B6DE-DC53AE167DC7}" type="parTrans" cxnId="{E7ABCB77-B4E4-4D4A-B043-81A45F186DC6}">
      <dgm:prSet/>
      <dgm:spPr/>
      <dgm:t>
        <a:bodyPr/>
        <a:lstStyle/>
        <a:p>
          <a:endParaRPr lang="en-US"/>
        </a:p>
      </dgm:t>
    </dgm:pt>
    <dgm:pt modelId="{D037363B-9A4B-4821-8CB8-D66E58626657}" type="sibTrans" cxnId="{E7ABCB77-B4E4-4D4A-B043-81A45F186D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AF60D5-25C7-4B86-8EE9-1EFBB643C5D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noProof="0" dirty="0"/>
            <a:t>Mappatura della </a:t>
          </a:r>
          <a:r>
            <a:rPr lang="it-IT" b="1" noProof="0" dirty="0" err="1"/>
            <a:t>Hold</a:t>
          </a:r>
          <a:endParaRPr lang="it-IT" noProof="0" dirty="0"/>
        </a:p>
      </dgm:t>
    </dgm:pt>
    <dgm:pt modelId="{D532804B-1DB1-4944-A7D4-826206D2D738}" type="parTrans" cxnId="{D4B87489-C424-4216-A74C-C68560E2B347}">
      <dgm:prSet/>
      <dgm:spPr/>
      <dgm:t>
        <a:bodyPr/>
        <a:lstStyle/>
        <a:p>
          <a:endParaRPr lang="en-US"/>
        </a:p>
      </dgm:t>
    </dgm:pt>
    <dgm:pt modelId="{580EFA3F-9534-460F-A64D-76EE8348650C}" type="sibTrans" cxnId="{D4B87489-C424-4216-A74C-C68560E2B34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B774013-B5BA-43F3-A90C-5C8D4851F474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noProof="0" dirty="0"/>
            <a:t>Definizione dell’</a:t>
          </a:r>
          <a:r>
            <a:rPr lang="it-IT" b="1" noProof="0" dirty="0"/>
            <a:t>architettura logica del sistema</a:t>
          </a:r>
          <a:endParaRPr lang="it-IT" noProof="0" dirty="0"/>
        </a:p>
      </dgm:t>
    </dgm:pt>
    <dgm:pt modelId="{9D6245C4-BB02-46EB-A289-B366413B4263}" type="parTrans" cxnId="{2CD15F77-8B49-4E97-9897-B00DC379EA68}">
      <dgm:prSet/>
      <dgm:spPr/>
      <dgm:t>
        <a:bodyPr/>
        <a:lstStyle/>
        <a:p>
          <a:endParaRPr lang="en-US"/>
        </a:p>
      </dgm:t>
    </dgm:pt>
    <dgm:pt modelId="{E2C165E0-6D99-439B-811E-B0E913E2BA71}" type="sibTrans" cxnId="{2CD15F77-8B49-4E97-9897-B00DC379EA6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3914FA5-431B-41A2-B1F9-A40CF12DE2D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noProof="0" dirty="0"/>
            <a:t>Definizione di un </a:t>
          </a:r>
          <a:r>
            <a:rPr lang="it-IT" b="1" noProof="0" dirty="0"/>
            <a:t>piano di testing </a:t>
          </a:r>
          <a:r>
            <a:rPr lang="it-IT" noProof="0" dirty="0"/>
            <a:t>iniziale</a:t>
          </a:r>
        </a:p>
      </dgm:t>
    </dgm:pt>
    <dgm:pt modelId="{FFF1C9E3-B053-44CB-91C3-E08CB5DC43F0}" type="parTrans" cxnId="{2E7AB0E8-5917-4327-ACA6-E22923689BA0}">
      <dgm:prSet/>
      <dgm:spPr/>
      <dgm:t>
        <a:bodyPr/>
        <a:lstStyle/>
        <a:p>
          <a:endParaRPr lang="en-US"/>
        </a:p>
      </dgm:t>
    </dgm:pt>
    <dgm:pt modelId="{6A8B3EF0-0BAD-49FC-81A0-17A622F461A9}" type="sibTrans" cxnId="{2E7AB0E8-5917-4327-ACA6-E22923689BA0}">
      <dgm:prSet/>
      <dgm:spPr/>
      <dgm:t>
        <a:bodyPr/>
        <a:lstStyle/>
        <a:p>
          <a:endParaRPr lang="en-US"/>
        </a:p>
      </dgm:t>
    </dgm:pt>
    <dgm:pt modelId="{ECDB0AA5-14E3-4DF5-AA5E-EEF85EBE4380}" type="pres">
      <dgm:prSet presAssocID="{F05B6E6C-35E9-4A30-9520-9B700DEDAB39}" presName="root" presStyleCnt="0">
        <dgm:presLayoutVars>
          <dgm:dir/>
          <dgm:resizeHandles val="exact"/>
        </dgm:presLayoutVars>
      </dgm:prSet>
      <dgm:spPr/>
    </dgm:pt>
    <dgm:pt modelId="{28745F6B-C23A-4413-9830-611FE75D5CC3}" type="pres">
      <dgm:prSet presAssocID="{F05B6E6C-35E9-4A30-9520-9B700DEDAB39}" presName="container" presStyleCnt="0">
        <dgm:presLayoutVars>
          <dgm:dir/>
          <dgm:resizeHandles val="exact"/>
        </dgm:presLayoutVars>
      </dgm:prSet>
      <dgm:spPr/>
    </dgm:pt>
    <dgm:pt modelId="{CE46AE66-43CF-4627-B464-F768A245093E}" type="pres">
      <dgm:prSet presAssocID="{8C0EF6D4-6CB1-4395-9670-487E70617623}" presName="compNode" presStyleCnt="0"/>
      <dgm:spPr/>
    </dgm:pt>
    <dgm:pt modelId="{2131B3C9-D92B-4117-AF42-61B49E2497AD}" type="pres">
      <dgm:prSet presAssocID="{8C0EF6D4-6CB1-4395-9670-487E70617623}" presName="iconBgRect" presStyleLbl="bgShp" presStyleIdx="0" presStyleCnt="5"/>
      <dgm:spPr/>
    </dgm:pt>
    <dgm:pt modelId="{4269B600-3E7F-49DA-A1FE-3937F2EE2779}" type="pres">
      <dgm:prSet presAssocID="{8C0EF6D4-6CB1-4395-9670-487E7061762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E7A1534D-034A-4CEA-9874-E0D4BA5991E7}" type="pres">
      <dgm:prSet presAssocID="{8C0EF6D4-6CB1-4395-9670-487E70617623}" presName="spaceRect" presStyleCnt="0"/>
      <dgm:spPr/>
    </dgm:pt>
    <dgm:pt modelId="{39F936B9-B204-4CC7-B16C-B0B1DFFAAEEA}" type="pres">
      <dgm:prSet presAssocID="{8C0EF6D4-6CB1-4395-9670-487E70617623}" presName="textRect" presStyleLbl="revTx" presStyleIdx="0" presStyleCnt="5">
        <dgm:presLayoutVars>
          <dgm:chMax val="1"/>
          <dgm:chPref val="1"/>
        </dgm:presLayoutVars>
      </dgm:prSet>
      <dgm:spPr/>
    </dgm:pt>
    <dgm:pt modelId="{A6A21500-A6E5-4ADC-8394-731D0D7C2F3D}" type="pres">
      <dgm:prSet presAssocID="{F8EC0F27-1582-4A0C-8E10-9C9CE26DFD1C}" presName="sibTrans" presStyleLbl="sibTrans2D1" presStyleIdx="0" presStyleCnt="0"/>
      <dgm:spPr/>
    </dgm:pt>
    <dgm:pt modelId="{3D63F246-6597-41B3-B432-43E170A420C3}" type="pres">
      <dgm:prSet presAssocID="{20237826-3343-4B7E-8A23-07ADC6C6D709}" presName="compNode" presStyleCnt="0"/>
      <dgm:spPr/>
    </dgm:pt>
    <dgm:pt modelId="{DA2BD37A-79E2-422A-ADB0-220EDF61F2AF}" type="pres">
      <dgm:prSet presAssocID="{20237826-3343-4B7E-8A23-07ADC6C6D709}" presName="iconBgRect" presStyleLbl="bgShp" presStyleIdx="1" presStyleCnt="5"/>
      <dgm:spPr/>
    </dgm:pt>
    <dgm:pt modelId="{FA01F935-1098-40E1-8077-5A8C2AD18D46}" type="pres">
      <dgm:prSet presAssocID="{20237826-3343-4B7E-8A23-07ADC6C6D70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icerca con riempimento a tinta unita"/>
        </a:ext>
      </dgm:extLst>
    </dgm:pt>
    <dgm:pt modelId="{FD1F671D-FCB6-42E9-9F1C-5F8DBCC11DBA}" type="pres">
      <dgm:prSet presAssocID="{20237826-3343-4B7E-8A23-07ADC6C6D709}" presName="spaceRect" presStyleCnt="0"/>
      <dgm:spPr/>
    </dgm:pt>
    <dgm:pt modelId="{C31AEA69-43D5-45D5-BC89-9F8C88E01D36}" type="pres">
      <dgm:prSet presAssocID="{20237826-3343-4B7E-8A23-07ADC6C6D709}" presName="textRect" presStyleLbl="revTx" presStyleIdx="1" presStyleCnt="5">
        <dgm:presLayoutVars>
          <dgm:chMax val="1"/>
          <dgm:chPref val="1"/>
        </dgm:presLayoutVars>
      </dgm:prSet>
      <dgm:spPr/>
    </dgm:pt>
    <dgm:pt modelId="{3123AFFE-5791-4B6A-81B9-18DC72000CAA}" type="pres">
      <dgm:prSet presAssocID="{D037363B-9A4B-4821-8CB8-D66E58626657}" presName="sibTrans" presStyleLbl="sibTrans2D1" presStyleIdx="0" presStyleCnt="0"/>
      <dgm:spPr/>
    </dgm:pt>
    <dgm:pt modelId="{F51B5CD7-4176-4C90-9CDE-04D072D02EE9}" type="pres">
      <dgm:prSet presAssocID="{D8AF60D5-25C7-4B86-8EE9-1EFBB643C5D9}" presName="compNode" presStyleCnt="0"/>
      <dgm:spPr/>
    </dgm:pt>
    <dgm:pt modelId="{7F72141E-C048-46FB-931D-DEF369846BB7}" type="pres">
      <dgm:prSet presAssocID="{D8AF60D5-25C7-4B86-8EE9-1EFBB643C5D9}" presName="iconBgRect" presStyleLbl="bgShp" presStyleIdx="2" presStyleCnt="5"/>
      <dgm:spPr/>
    </dgm:pt>
    <dgm:pt modelId="{8F550F39-0992-4B3E-9187-8BDB0A86E591}" type="pres">
      <dgm:prSet presAssocID="{D8AF60D5-25C7-4B86-8EE9-1EFBB643C5D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dicatore"/>
        </a:ext>
      </dgm:extLst>
    </dgm:pt>
    <dgm:pt modelId="{D54A74A0-FA8E-4982-803A-C24F564BFDEA}" type="pres">
      <dgm:prSet presAssocID="{D8AF60D5-25C7-4B86-8EE9-1EFBB643C5D9}" presName="spaceRect" presStyleCnt="0"/>
      <dgm:spPr/>
    </dgm:pt>
    <dgm:pt modelId="{D7E29B48-CFFE-49E0-97B9-4113AE6FA3CE}" type="pres">
      <dgm:prSet presAssocID="{D8AF60D5-25C7-4B86-8EE9-1EFBB643C5D9}" presName="textRect" presStyleLbl="revTx" presStyleIdx="2" presStyleCnt="5">
        <dgm:presLayoutVars>
          <dgm:chMax val="1"/>
          <dgm:chPref val="1"/>
        </dgm:presLayoutVars>
      </dgm:prSet>
      <dgm:spPr/>
    </dgm:pt>
    <dgm:pt modelId="{C0E130F2-F157-4B3B-8390-1BC848087ECF}" type="pres">
      <dgm:prSet presAssocID="{580EFA3F-9534-460F-A64D-76EE8348650C}" presName="sibTrans" presStyleLbl="sibTrans2D1" presStyleIdx="0" presStyleCnt="0"/>
      <dgm:spPr/>
    </dgm:pt>
    <dgm:pt modelId="{5F623A84-9030-41C1-8C5D-9222EEBAC0BF}" type="pres">
      <dgm:prSet presAssocID="{AB774013-B5BA-43F3-A90C-5C8D4851F474}" presName="compNode" presStyleCnt="0"/>
      <dgm:spPr/>
    </dgm:pt>
    <dgm:pt modelId="{9CF86B7E-23B2-463C-9FB5-7EB22012CD83}" type="pres">
      <dgm:prSet presAssocID="{AB774013-B5BA-43F3-A90C-5C8D4851F474}" presName="iconBgRect" presStyleLbl="bgShp" presStyleIdx="3" presStyleCnt="5"/>
      <dgm:spPr/>
    </dgm:pt>
    <dgm:pt modelId="{9961872D-8886-4D87-BF5A-927E46C2C721}" type="pres">
      <dgm:prSet presAssocID="{AB774013-B5BA-43F3-A90C-5C8D4851F47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1D9653D3-C780-448D-8EF7-5B153A206C49}" type="pres">
      <dgm:prSet presAssocID="{AB774013-B5BA-43F3-A90C-5C8D4851F474}" presName="spaceRect" presStyleCnt="0"/>
      <dgm:spPr/>
    </dgm:pt>
    <dgm:pt modelId="{1B912DEB-007B-4DAC-B6A9-AC0A90E201CB}" type="pres">
      <dgm:prSet presAssocID="{AB774013-B5BA-43F3-A90C-5C8D4851F474}" presName="textRect" presStyleLbl="revTx" presStyleIdx="3" presStyleCnt="5">
        <dgm:presLayoutVars>
          <dgm:chMax val="1"/>
          <dgm:chPref val="1"/>
        </dgm:presLayoutVars>
      </dgm:prSet>
      <dgm:spPr/>
    </dgm:pt>
    <dgm:pt modelId="{F1A494FA-B2AC-46E5-AE73-3C30F725A97B}" type="pres">
      <dgm:prSet presAssocID="{E2C165E0-6D99-439B-811E-B0E913E2BA71}" presName="sibTrans" presStyleLbl="sibTrans2D1" presStyleIdx="0" presStyleCnt="0"/>
      <dgm:spPr/>
    </dgm:pt>
    <dgm:pt modelId="{F92CE00D-BEFD-4B66-95C6-55F8EC87511D}" type="pres">
      <dgm:prSet presAssocID="{43914FA5-431B-41A2-B1F9-A40CF12DE2DE}" presName="compNode" presStyleCnt="0"/>
      <dgm:spPr/>
    </dgm:pt>
    <dgm:pt modelId="{EC64706F-0005-400B-AF55-5E1DC44F8EFB}" type="pres">
      <dgm:prSet presAssocID="{43914FA5-431B-41A2-B1F9-A40CF12DE2DE}" presName="iconBgRect" presStyleLbl="bgShp" presStyleIdx="4" presStyleCnt="5"/>
      <dgm:spPr/>
    </dgm:pt>
    <dgm:pt modelId="{F95A2B4E-56FC-492B-8040-27D908A2621F}" type="pres">
      <dgm:prSet presAssocID="{43914FA5-431B-41A2-B1F9-A40CF12DE2D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ramma di Gantt con riempimento a tinta unita"/>
        </a:ext>
      </dgm:extLst>
    </dgm:pt>
    <dgm:pt modelId="{DB41F892-F33C-4F3D-B32C-83FD9769E55A}" type="pres">
      <dgm:prSet presAssocID="{43914FA5-431B-41A2-B1F9-A40CF12DE2DE}" presName="spaceRect" presStyleCnt="0"/>
      <dgm:spPr/>
    </dgm:pt>
    <dgm:pt modelId="{6A780F5E-167A-4F1C-B474-54BD1AC0C668}" type="pres">
      <dgm:prSet presAssocID="{43914FA5-431B-41A2-B1F9-A40CF12DE2D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8609003-D859-4758-ACBF-B8514A49408F}" type="presOf" srcId="{D8AF60D5-25C7-4B86-8EE9-1EFBB643C5D9}" destId="{D7E29B48-CFFE-49E0-97B9-4113AE6FA3CE}" srcOrd="0" destOrd="0" presId="urn:microsoft.com/office/officeart/2018/2/layout/IconCircleList"/>
    <dgm:cxn modelId="{51B5692B-0FE6-4EC5-A72A-25C58B4782AB}" type="presOf" srcId="{E2C165E0-6D99-439B-811E-B0E913E2BA71}" destId="{F1A494FA-B2AC-46E5-AE73-3C30F725A97B}" srcOrd="0" destOrd="0" presId="urn:microsoft.com/office/officeart/2018/2/layout/IconCircleList"/>
    <dgm:cxn modelId="{412C4D68-B916-4F51-B8E7-00302A99EA2D}" type="presOf" srcId="{AB774013-B5BA-43F3-A90C-5C8D4851F474}" destId="{1B912DEB-007B-4DAC-B6A9-AC0A90E201CB}" srcOrd="0" destOrd="0" presId="urn:microsoft.com/office/officeart/2018/2/layout/IconCircleList"/>
    <dgm:cxn modelId="{8F83D34A-B8DA-4B55-97AC-589703EA42B1}" type="presOf" srcId="{8C0EF6D4-6CB1-4395-9670-487E70617623}" destId="{39F936B9-B204-4CC7-B16C-B0B1DFFAAEEA}" srcOrd="0" destOrd="0" presId="urn:microsoft.com/office/officeart/2018/2/layout/IconCircleList"/>
    <dgm:cxn modelId="{9A05F26B-CB94-471A-A2C1-328258CD45EF}" type="presOf" srcId="{20237826-3343-4B7E-8A23-07ADC6C6D709}" destId="{C31AEA69-43D5-45D5-BC89-9F8C88E01D36}" srcOrd="0" destOrd="0" presId="urn:microsoft.com/office/officeart/2018/2/layout/IconCircleList"/>
    <dgm:cxn modelId="{2CD15F77-8B49-4E97-9897-B00DC379EA68}" srcId="{F05B6E6C-35E9-4A30-9520-9B700DEDAB39}" destId="{AB774013-B5BA-43F3-A90C-5C8D4851F474}" srcOrd="3" destOrd="0" parTransId="{9D6245C4-BB02-46EB-A289-B366413B4263}" sibTransId="{E2C165E0-6D99-439B-811E-B0E913E2BA71}"/>
    <dgm:cxn modelId="{E7ABCB77-B4E4-4D4A-B043-81A45F186DC6}" srcId="{F05B6E6C-35E9-4A30-9520-9B700DEDAB39}" destId="{20237826-3343-4B7E-8A23-07ADC6C6D709}" srcOrd="1" destOrd="0" parTransId="{30E3D1C9-167B-4B25-B6DE-DC53AE167DC7}" sibTransId="{D037363B-9A4B-4821-8CB8-D66E58626657}"/>
    <dgm:cxn modelId="{9AA90578-5939-4DC9-A3B0-4828E70DF1A9}" type="presOf" srcId="{D037363B-9A4B-4821-8CB8-D66E58626657}" destId="{3123AFFE-5791-4B6A-81B9-18DC72000CAA}" srcOrd="0" destOrd="0" presId="urn:microsoft.com/office/officeart/2018/2/layout/IconCircleList"/>
    <dgm:cxn modelId="{4BBDFD83-26BE-4085-B0C5-A01D7A61AD9A}" srcId="{F05B6E6C-35E9-4A30-9520-9B700DEDAB39}" destId="{8C0EF6D4-6CB1-4395-9670-487E70617623}" srcOrd="0" destOrd="0" parTransId="{5D19C077-442B-437A-8190-631F65E5E064}" sibTransId="{F8EC0F27-1582-4A0C-8E10-9C9CE26DFD1C}"/>
    <dgm:cxn modelId="{D4B87489-C424-4216-A74C-C68560E2B347}" srcId="{F05B6E6C-35E9-4A30-9520-9B700DEDAB39}" destId="{D8AF60D5-25C7-4B86-8EE9-1EFBB643C5D9}" srcOrd="2" destOrd="0" parTransId="{D532804B-1DB1-4944-A7D4-826206D2D738}" sibTransId="{580EFA3F-9534-460F-A64D-76EE8348650C}"/>
    <dgm:cxn modelId="{3365CA99-0C9E-4B35-A315-1DE8FA8ABD9B}" type="presOf" srcId="{F8EC0F27-1582-4A0C-8E10-9C9CE26DFD1C}" destId="{A6A21500-A6E5-4ADC-8394-731D0D7C2F3D}" srcOrd="0" destOrd="0" presId="urn:microsoft.com/office/officeart/2018/2/layout/IconCircleList"/>
    <dgm:cxn modelId="{9B5E01D1-A0CB-4989-A1B1-9464B46E0CA4}" type="presOf" srcId="{43914FA5-431B-41A2-B1F9-A40CF12DE2DE}" destId="{6A780F5E-167A-4F1C-B474-54BD1AC0C668}" srcOrd="0" destOrd="0" presId="urn:microsoft.com/office/officeart/2018/2/layout/IconCircleList"/>
    <dgm:cxn modelId="{22B8C7D3-A6B5-48EF-950C-F2CC18F6A46C}" type="presOf" srcId="{F05B6E6C-35E9-4A30-9520-9B700DEDAB39}" destId="{ECDB0AA5-14E3-4DF5-AA5E-EEF85EBE4380}" srcOrd="0" destOrd="0" presId="urn:microsoft.com/office/officeart/2018/2/layout/IconCircleList"/>
    <dgm:cxn modelId="{2E7AB0E8-5917-4327-ACA6-E22923689BA0}" srcId="{F05B6E6C-35E9-4A30-9520-9B700DEDAB39}" destId="{43914FA5-431B-41A2-B1F9-A40CF12DE2DE}" srcOrd="4" destOrd="0" parTransId="{FFF1C9E3-B053-44CB-91C3-E08CB5DC43F0}" sibTransId="{6A8B3EF0-0BAD-49FC-81A0-17A622F461A9}"/>
    <dgm:cxn modelId="{1066B6F9-C05E-4E13-B272-FBC9B0A92509}" type="presOf" srcId="{580EFA3F-9534-460F-A64D-76EE8348650C}" destId="{C0E130F2-F157-4B3B-8390-1BC848087ECF}" srcOrd="0" destOrd="0" presId="urn:microsoft.com/office/officeart/2018/2/layout/IconCircleList"/>
    <dgm:cxn modelId="{0C247246-9064-4245-8DFB-F6A971A33659}" type="presParOf" srcId="{ECDB0AA5-14E3-4DF5-AA5E-EEF85EBE4380}" destId="{28745F6B-C23A-4413-9830-611FE75D5CC3}" srcOrd="0" destOrd="0" presId="urn:microsoft.com/office/officeart/2018/2/layout/IconCircleList"/>
    <dgm:cxn modelId="{DE29E105-C554-473B-902D-ECF4BBA4A1F6}" type="presParOf" srcId="{28745F6B-C23A-4413-9830-611FE75D5CC3}" destId="{CE46AE66-43CF-4627-B464-F768A245093E}" srcOrd="0" destOrd="0" presId="urn:microsoft.com/office/officeart/2018/2/layout/IconCircleList"/>
    <dgm:cxn modelId="{48F8EE84-4B6B-49F2-9D96-6D574F4EA231}" type="presParOf" srcId="{CE46AE66-43CF-4627-B464-F768A245093E}" destId="{2131B3C9-D92B-4117-AF42-61B49E2497AD}" srcOrd="0" destOrd="0" presId="urn:microsoft.com/office/officeart/2018/2/layout/IconCircleList"/>
    <dgm:cxn modelId="{039FA3F1-D811-4614-BED1-78B74A298C2D}" type="presParOf" srcId="{CE46AE66-43CF-4627-B464-F768A245093E}" destId="{4269B600-3E7F-49DA-A1FE-3937F2EE2779}" srcOrd="1" destOrd="0" presId="urn:microsoft.com/office/officeart/2018/2/layout/IconCircleList"/>
    <dgm:cxn modelId="{ED120CC6-0756-49BF-8A27-5EB575B2D233}" type="presParOf" srcId="{CE46AE66-43CF-4627-B464-F768A245093E}" destId="{E7A1534D-034A-4CEA-9874-E0D4BA5991E7}" srcOrd="2" destOrd="0" presId="urn:microsoft.com/office/officeart/2018/2/layout/IconCircleList"/>
    <dgm:cxn modelId="{03048D71-B701-4047-9B7F-08D71042CFB3}" type="presParOf" srcId="{CE46AE66-43CF-4627-B464-F768A245093E}" destId="{39F936B9-B204-4CC7-B16C-B0B1DFFAAEEA}" srcOrd="3" destOrd="0" presId="urn:microsoft.com/office/officeart/2018/2/layout/IconCircleList"/>
    <dgm:cxn modelId="{F4FD9527-EF44-42BA-AE19-10480A866DB4}" type="presParOf" srcId="{28745F6B-C23A-4413-9830-611FE75D5CC3}" destId="{A6A21500-A6E5-4ADC-8394-731D0D7C2F3D}" srcOrd="1" destOrd="0" presId="urn:microsoft.com/office/officeart/2018/2/layout/IconCircleList"/>
    <dgm:cxn modelId="{A1C5BDE5-FDC8-4A1B-901C-4622962BC660}" type="presParOf" srcId="{28745F6B-C23A-4413-9830-611FE75D5CC3}" destId="{3D63F246-6597-41B3-B432-43E170A420C3}" srcOrd="2" destOrd="0" presId="urn:microsoft.com/office/officeart/2018/2/layout/IconCircleList"/>
    <dgm:cxn modelId="{FF188F1F-C72D-430F-B535-6B6241771CF1}" type="presParOf" srcId="{3D63F246-6597-41B3-B432-43E170A420C3}" destId="{DA2BD37A-79E2-422A-ADB0-220EDF61F2AF}" srcOrd="0" destOrd="0" presId="urn:microsoft.com/office/officeart/2018/2/layout/IconCircleList"/>
    <dgm:cxn modelId="{0E1F0BD2-18B4-4228-8C01-9CBAF4245BD8}" type="presParOf" srcId="{3D63F246-6597-41B3-B432-43E170A420C3}" destId="{FA01F935-1098-40E1-8077-5A8C2AD18D46}" srcOrd="1" destOrd="0" presId="urn:microsoft.com/office/officeart/2018/2/layout/IconCircleList"/>
    <dgm:cxn modelId="{7A55B3E7-6B89-4733-9E4A-C10424530FD5}" type="presParOf" srcId="{3D63F246-6597-41B3-B432-43E170A420C3}" destId="{FD1F671D-FCB6-42E9-9F1C-5F8DBCC11DBA}" srcOrd="2" destOrd="0" presId="urn:microsoft.com/office/officeart/2018/2/layout/IconCircleList"/>
    <dgm:cxn modelId="{08A4FECC-AC2C-4516-943A-61AA4F4BFF36}" type="presParOf" srcId="{3D63F246-6597-41B3-B432-43E170A420C3}" destId="{C31AEA69-43D5-45D5-BC89-9F8C88E01D36}" srcOrd="3" destOrd="0" presId="urn:microsoft.com/office/officeart/2018/2/layout/IconCircleList"/>
    <dgm:cxn modelId="{B04E5E63-CB7E-4BF1-88B0-15446FCC8378}" type="presParOf" srcId="{28745F6B-C23A-4413-9830-611FE75D5CC3}" destId="{3123AFFE-5791-4B6A-81B9-18DC72000CAA}" srcOrd="3" destOrd="0" presId="urn:microsoft.com/office/officeart/2018/2/layout/IconCircleList"/>
    <dgm:cxn modelId="{D703C12A-71BE-4458-BA47-0202E5F7D8C3}" type="presParOf" srcId="{28745F6B-C23A-4413-9830-611FE75D5CC3}" destId="{F51B5CD7-4176-4C90-9CDE-04D072D02EE9}" srcOrd="4" destOrd="0" presId="urn:microsoft.com/office/officeart/2018/2/layout/IconCircleList"/>
    <dgm:cxn modelId="{03C4273E-9726-4887-B93A-F1A8CA938052}" type="presParOf" srcId="{F51B5CD7-4176-4C90-9CDE-04D072D02EE9}" destId="{7F72141E-C048-46FB-931D-DEF369846BB7}" srcOrd="0" destOrd="0" presId="urn:microsoft.com/office/officeart/2018/2/layout/IconCircleList"/>
    <dgm:cxn modelId="{6952AAFD-4396-4CB7-BA07-736A4B899416}" type="presParOf" srcId="{F51B5CD7-4176-4C90-9CDE-04D072D02EE9}" destId="{8F550F39-0992-4B3E-9187-8BDB0A86E591}" srcOrd="1" destOrd="0" presId="urn:microsoft.com/office/officeart/2018/2/layout/IconCircleList"/>
    <dgm:cxn modelId="{2704C5D2-6D61-47D3-912F-6FF27523B88A}" type="presParOf" srcId="{F51B5CD7-4176-4C90-9CDE-04D072D02EE9}" destId="{D54A74A0-FA8E-4982-803A-C24F564BFDEA}" srcOrd="2" destOrd="0" presId="urn:microsoft.com/office/officeart/2018/2/layout/IconCircleList"/>
    <dgm:cxn modelId="{ADEF9AFF-73CB-4A35-967A-89D8482988B0}" type="presParOf" srcId="{F51B5CD7-4176-4C90-9CDE-04D072D02EE9}" destId="{D7E29B48-CFFE-49E0-97B9-4113AE6FA3CE}" srcOrd="3" destOrd="0" presId="urn:microsoft.com/office/officeart/2018/2/layout/IconCircleList"/>
    <dgm:cxn modelId="{7EA34649-56C0-4457-867F-E97AE9280C04}" type="presParOf" srcId="{28745F6B-C23A-4413-9830-611FE75D5CC3}" destId="{C0E130F2-F157-4B3B-8390-1BC848087ECF}" srcOrd="5" destOrd="0" presId="urn:microsoft.com/office/officeart/2018/2/layout/IconCircleList"/>
    <dgm:cxn modelId="{DA91949D-3F99-47CC-9407-96C47B624268}" type="presParOf" srcId="{28745F6B-C23A-4413-9830-611FE75D5CC3}" destId="{5F623A84-9030-41C1-8C5D-9222EEBAC0BF}" srcOrd="6" destOrd="0" presId="urn:microsoft.com/office/officeart/2018/2/layout/IconCircleList"/>
    <dgm:cxn modelId="{CF24B9B4-83E6-45E9-9B39-B9BC24187D87}" type="presParOf" srcId="{5F623A84-9030-41C1-8C5D-9222EEBAC0BF}" destId="{9CF86B7E-23B2-463C-9FB5-7EB22012CD83}" srcOrd="0" destOrd="0" presId="urn:microsoft.com/office/officeart/2018/2/layout/IconCircleList"/>
    <dgm:cxn modelId="{40FD5744-38D1-445A-A9E2-921C34BE6F89}" type="presParOf" srcId="{5F623A84-9030-41C1-8C5D-9222EEBAC0BF}" destId="{9961872D-8886-4D87-BF5A-927E46C2C721}" srcOrd="1" destOrd="0" presId="urn:microsoft.com/office/officeart/2018/2/layout/IconCircleList"/>
    <dgm:cxn modelId="{0724212F-B50D-4B10-8B22-BC98A85E13BF}" type="presParOf" srcId="{5F623A84-9030-41C1-8C5D-9222EEBAC0BF}" destId="{1D9653D3-C780-448D-8EF7-5B153A206C49}" srcOrd="2" destOrd="0" presId="urn:microsoft.com/office/officeart/2018/2/layout/IconCircleList"/>
    <dgm:cxn modelId="{DAB82C4B-5839-484F-8B4C-CFABCE26F409}" type="presParOf" srcId="{5F623A84-9030-41C1-8C5D-9222EEBAC0BF}" destId="{1B912DEB-007B-4DAC-B6A9-AC0A90E201CB}" srcOrd="3" destOrd="0" presId="urn:microsoft.com/office/officeart/2018/2/layout/IconCircleList"/>
    <dgm:cxn modelId="{2A5C2A23-F2FC-4196-929D-DBCD2AC988E7}" type="presParOf" srcId="{28745F6B-C23A-4413-9830-611FE75D5CC3}" destId="{F1A494FA-B2AC-46E5-AE73-3C30F725A97B}" srcOrd="7" destOrd="0" presId="urn:microsoft.com/office/officeart/2018/2/layout/IconCircleList"/>
    <dgm:cxn modelId="{60A053F5-4A69-4C6E-AD7C-E0B77395467C}" type="presParOf" srcId="{28745F6B-C23A-4413-9830-611FE75D5CC3}" destId="{F92CE00D-BEFD-4B66-95C6-55F8EC87511D}" srcOrd="8" destOrd="0" presId="urn:microsoft.com/office/officeart/2018/2/layout/IconCircleList"/>
    <dgm:cxn modelId="{1C6B8942-9FF4-4B13-8610-15EA577E6C44}" type="presParOf" srcId="{F92CE00D-BEFD-4B66-95C6-55F8EC87511D}" destId="{EC64706F-0005-400B-AF55-5E1DC44F8EFB}" srcOrd="0" destOrd="0" presId="urn:microsoft.com/office/officeart/2018/2/layout/IconCircleList"/>
    <dgm:cxn modelId="{B3EF5755-6F85-4A87-9893-46A5AB7D689A}" type="presParOf" srcId="{F92CE00D-BEFD-4B66-95C6-55F8EC87511D}" destId="{F95A2B4E-56FC-492B-8040-27D908A2621F}" srcOrd="1" destOrd="0" presId="urn:microsoft.com/office/officeart/2018/2/layout/IconCircleList"/>
    <dgm:cxn modelId="{A45648FF-B07B-4C2E-A774-67D8FE11BCC5}" type="presParOf" srcId="{F92CE00D-BEFD-4B66-95C6-55F8EC87511D}" destId="{DB41F892-F33C-4F3D-B32C-83FD9769E55A}" srcOrd="2" destOrd="0" presId="urn:microsoft.com/office/officeart/2018/2/layout/IconCircleList"/>
    <dgm:cxn modelId="{6E188555-9279-4DBD-A143-5EB11CBEE1AC}" type="presParOf" srcId="{F92CE00D-BEFD-4B66-95C6-55F8EC87511D}" destId="{6A780F5E-167A-4F1C-B474-54BD1AC0C66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201134-BEC0-4142-8ED4-750A9C0ACE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389608-0FE8-49B4-83C9-90BA7B6D137A}">
      <dgm:prSet custT="1"/>
      <dgm:spPr/>
      <dgm:t>
        <a:bodyPr/>
        <a:lstStyle/>
        <a:p>
          <a:r>
            <a:rPr lang="it-IT" sz="2000" noProof="0" dirty="0"/>
            <a:t>Modellazione di </a:t>
          </a:r>
          <a:r>
            <a:rPr lang="it-IT" sz="2000" b="1" noProof="0" dirty="0" err="1"/>
            <a:t>cargoservice</a:t>
          </a:r>
          <a:r>
            <a:rPr lang="it-IT" sz="2000" noProof="0" dirty="0"/>
            <a:t>:</a:t>
          </a:r>
        </a:p>
      </dgm:t>
    </dgm:pt>
    <dgm:pt modelId="{7B7B56E5-DF19-4F33-ABC1-76170C14402B}" type="parTrans" cxnId="{9D96A2EA-B914-43F2-9A0D-D3D1707F7C9D}">
      <dgm:prSet/>
      <dgm:spPr/>
      <dgm:t>
        <a:bodyPr/>
        <a:lstStyle/>
        <a:p>
          <a:endParaRPr lang="en-US"/>
        </a:p>
      </dgm:t>
    </dgm:pt>
    <dgm:pt modelId="{1455EB56-EAE1-4C69-A9C0-38FB5B1D2B4B}" type="sibTrans" cxnId="{9D96A2EA-B914-43F2-9A0D-D3D1707F7C9D}">
      <dgm:prSet/>
      <dgm:spPr/>
      <dgm:t>
        <a:bodyPr/>
        <a:lstStyle/>
        <a:p>
          <a:endParaRPr lang="en-US"/>
        </a:p>
      </dgm:t>
    </dgm:pt>
    <dgm:pt modelId="{C64D33FC-D851-49E3-8043-F799C82BF937}">
      <dgm:prSet/>
      <dgm:spPr/>
      <dgm:t>
        <a:bodyPr/>
        <a:lstStyle/>
        <a:p>
          <a:r>
            <a:rPr lang="it-IT" noProof="0" dirty="0"/>
            <a:t>Ricezione e validazione delle </a:t>
          </a:r>
          <a:r>
            <a:rPr lang="it-IT" b="1" noProof="0" dirty="0"/>
            <a:t>richieste di carico</a:t>
          </a:r>
        </a:p>
      </dgm:t>
    </dgm:pt>
    <dgm:pt modelId="{95B8A35B-C7FE-4BFF-8134-6B076EE12BB4}" type="parTrans" cxnId="{CD6D230B-C35D-4411-9E83-15ED0E2ADDBD}">
      <dgm:prSet/>
      <dgm:spPr/>
      <dgm:t>
        <a:bodyPr/>
        <a:lstStyle/>
        <a:p>
          <a:endParaRPr lang="en-US"/>
        </a:p>
      </dgm:t>
    </dgm:pt>
    <dgm:pt modelId="{29D72FD3-9AB1-483B-BEDE-688205ED8B06}" type="sibTrans" cxnId="{CD6D230B-C35D-4411-9E83-15ED0E2ADDBD}">
      <dgm:prSet/>
      <dgm:spPr/>
      <dgm:t>
        <a:bodyPr/>
        <a:lstStyle/>
        <a:p>
          <a:endParaRPr lang="en-US"/>
        </a:p>
      </dgm:t>
    </dgm:pt>
    <dgm:pt modelId="{F5378704-A8F3-4163-AF1C-A1C5851A9788}">
      <dgm:prSet/>
      <dgm:spPr/>
      <dgm:t>
        <a:bodyPr/>
        <a:lstStyle/>
        <a:p>
          <a:r>
            <a:rPr lang="it-IT" noProof="0" dirty="0"/>
            <a:t>Coordinamento del rilevamento e della collocazione del </a:t>
          </a:r>
          <a:r>
            <a:rPr lang="it-IT" b="0" noProof="0" dirty="0"/>
            <a:t>product container </a:t>
          </a:r>
          <a:r>
            <a:rPr lang="it-IT" noProof="0" dirty="0"/>
            <a:t>nello </a:t>
          </a:r>
          <a:r>
            <a:rPr lang="it-IT" b="0" noProof="0" dirty="0"/>
            <a:t>Slot</a:t>
          </a:r>
        </a:p>
      </dgm:t>
    </dgm:pt>
    <dgm:pt modelId="{82AD08D9-F26D-4EC1-8D56-4CDADB67A9B7}" type="parTrans" cxnId="{96554ACB-A0B4-4E50-8A11-EE440C258F6A}">
      <dgm:prSet/>
      <dgm:spPr/>
      <dgm:t>
        <a:bodyPr/>
        <a:lstStyle/>
        <a:p>
          <a:endParaRPr lang="en-US"/>
        </a:p>
      </dgm:t>
    </dgm:pt>
    <dgm:pt modelId="{B4032E1C-0BEA-4005-AF8C-5B5E4D038EC5}" type="sibTrans" cxnId="{96554ACB-A0B4-4E50-8A11-EE440C258F6A}">
      <dgm:prSet/>
      <dgm:spPr/>
      <dgm:t>
        <a:bodyPr/>
        <a:lstStyle/>
        <a:p>
          <a:endParaRPr lang="en-US"/>
        </a:p>
      </dgm:t>
    </dgm:pt>
    <dgm:pt modelId="{60103547-6218-41C7-8345-4CECFE6D7DFC}">
      <dgm:prSet/>
      <dgm:spPr/>
      <dgm:t>
        <a:bodyPr/>
        <a:lstStyle/>
        <a:p>
          <a:r>
            <a:rPr lang="it-IT" noProof="0" dirty="0"/>
            <a:t>Comunicazione dello stato aggiornato alla </a:t>
          </a:r>
          <a:r>
            <a:rPr lang="it-IT" b="0" noProof="0" dirty="0"/>
            <a:t>GUI</a:t>
          </a:r>
        </a:p>
      </dgm:t>
    </dgm:pt>
    <dgm:pt modelId="{2BC5D93A-C7A2-4396-A206-7CE6CC650C6B}" type="parTrans" cxnId="{AB2C0983-3B50-4297-B266-E488126842FC}">
      <dgm:prSet/>
      <dgm:spPr/>
      <dgm:t>
        <a:bodyPr/>
        <a:lstStyle/>
        <a:p>
          <a:endParaRPr lang="en-US"/>
        </a:p>
      </dgm:t>
    </dgm:pt>
    <dgm:pt modelId="{522BE270-AB9C-480B-8B10-F405F13B6E3C}" type="sibTrans" cxnId="{AB2C0983-3B50-4297-B266-E488126842FC}">
      <dgm:prSet/>
      <dgm:spPr/>
      <dgm:t>
        <a:bodyPr/>
        <a:lstStyle/>
        <a:p>
          <a:endParaRPr lang="en-US"/>
        </a:p>
      </dgm:t>
    </dgm:pt>
    <dgm:pt modelId="{9E6F5D25-4600-45E1-81CE-EA745A9E8E5C}">
      <dgm:prSet/>
      <dgm:spPr/>
      <dgm:t>
        <a:bodyPr/>
        <a:lstStyle/>
        <a:p>
          <a:r>
            <a:rPr lang="it-IT" noProof="0" dirty="0"/>
            <a:t>Gestione delle </a:t>
          </a:r>
          <a:r>
            <a:rPr lang="it-IT" b="0" noProof="0" dirty="0"/>
            <a:t>sonar</a:t>
          </a:r>
          <a:r>
            <a:rPr lang="it-IT" b="1" noProof="0" dirty="0"/>
            <a:t> </a:t>
          </a:r>
          <a:r>
            <a:rPr lang="it-IT" b="0" noProof="0" dirty="0" err="1"/>
            <a:t>failure</a:t>
          </a:r>
          <a:endParaRPr lang="it-IT" b="0" noProof="0" dirty="0"/>
        </a:p>
      </dgm:t>
    </dgm:pt>
    <dgm:pt modelId="{E14D3088-E2E7-430B-BE38-F9863E3EF683}" type="parTrans" cxnId="{3362284F-66F3-4B52-B795-34C75395452A}">
      <dgm:prSet/>
      <dgm:spPr/>
      <dgm:t>
        <a:bodyPr/>
        <a:lstStyle/>
        <a:p>
          <a:endParaRPr lang="en-US"/>
        </a:p>
      </dgm:t>
    </dgm:pt>
    <dgm:pt modelId="{04FFE934-9EF9-4FD9-B075-13124D20E67C}" type="sibTrans" cxnId="{3362284F-66F3-4B52-B795-34C75395452A}">
      <dgm:prSet/>
      <dgm:spPr/>
      <dgm:t>
        <a:bodyPr/>
        <a:lstStyle/>
        <a:p>
          <a:endParaRPr lang="en-US"/>
        </a:p>
      </dgm:t>
    </dgm:pt>
    <dgm:pt modelId="{D870EFC3-5056-4545-877C-E94C26A64931}">
      <dgm:prSet custT="1"/>
      <dgm:spPr/>
      <dgm:t>
        <a:bodyPr/>
        <a:lstStyle/>
        <a:p>
          <a:r>
            <a:rPr lang="it-IT" sz="2000" noProof="0" dirty="0"/>
            <a:t>Modellazione di </a:t>
          </a:r>
          <a:r>
            <a:rPr lang="it-IT" sz="2000" b="1" noProof="0" dirty="0" err="1"/>
            <a:t>requestvalidator</a:t>
          </a:r>
          <a:r>
            <a:rPr lang="it-IT" sz="2000" noProof="0" dirty="0"/>
            <a:t>:</a:t>
          </a:r>
        </a:p>
      </dgm:t>
    </dgm:pt>
    <dgm:pt modelId="{33A70954-BA2B-47FD-A8B6-1A82C4FFEC16}" type="parTrans" cxnId="{DDBF82B8-9C8D-4E26-84F9-3F156A59314E}">
      <dgm:prSet/>
      <dgm:spPr/>
      <dgm:t>
        <a:bodyPr/>
        <a:lstStyle/>
        <a:p>
          <a:endParaRPr lang="en-US"/>
        </a:p>
      </dgm:t>
    </dgm:pt>
    <dgm:pt modelId="{E15A14CF-6689-4E6E-A0DE-54401BDCDBC3}" type="sibTrans" cxnId="{DDBF82B8-9C8D-4E26-84F9-3F156A59314E}">
      <dgm:prSet/>
      <dgm:spPr/>
      <dgm:t>
        <a:bodyPr/>
        <a:lstStyle/>
        <a:p>
          <a:endParaRPr lang="en-US"/>
        </a:p>
      </dgm:t>
    </dgm:pt>
    <dgm:pt modelId="{FDC6F828-F8DA-4C77-997B-1162DB12B957}">
      <dgm:prSet/>
      <dgm:spPr/>
      <dgm:t>
        <a:bodyPr/>
        <a:lstStyle/>
        <a:p>
          <a:r>
            <a:rPr lang="it-IT" b="1" noProof="0" dirty="0"/>
            <a:t>Validazione centralizzata </a:t>
          </a:r>
          <a:r>
            <a:rPr lang="it-IT" noProof="0" dirty="0"/>
            <a:t>delle richieste di carico</a:t>
          </a:r>
        </a:p>
      </dgm:t>
    </dgm:pt>
    <dgm:pt modelId="{D0770863-1EE2-4CCA-95E2-09D4BACBD334}" type="parTrans" cxnId="{C914E962-82D0-444C-8BC7-8AF07CA1400E}">
      <dgm:prSet/>
      <dgm:spPr/>
      <dgm:t>
        <a:bodyPr/>
        <a:lstStyle/>
        <a:p>
          <a:endParaRPr lang="en-US"/>
        </a:p>
      </dgm:t>
    </dgm:pt>
    <dgm:pt modelId="{F99A3B2B-16FE-4598-921B-D27CAD5C2E01}" type="sibTrans" cxnId="{C914E962-82D0-444C-8BC7-8AF07CA1400E}">
      <dgm:prSet/>
      <dgm:spPr/>
      <dgm:t>
        <a:bodyPr/>
        <a:lstStyle/>
        <a:p>
          <a:endParaRPr lang="en-US"/>
        </a:p>
      </dgm:t>
    </dgm:pt>
    <dgm:pt modelId="{6D7E2D63-B372-409D-9261-8EAE056D5FD9}">
      <dgm:prSet/>
      <dgm:spPr/>
      <dgm:t>
        <a:bodyPr/>
        <a:lstStyle/>
        <a:p>
          <a:r>
            <a:rPr lang="it-IT" noProof="0" dirty="0"/>
            <a:t>Separazione della validazione dalla logica applicativa di </a:t>
          </a:r>
          <a:r>
            <a:rPr lang="it-IT" noProof="0" dirty="0" err="1"/>
            <a:t>cargoservice</a:t>
          </a:r>
          <a:endParaRPr lang="it-IT" noProof="0" dirty="0"/>
        </a:p>
      </dgm:t>
    </dgm:pt>
    <dgm:pt modelId="{E8BCBDCC-05C1-4790-B520-DAAB2BA820A7}" type="parTrans" cxnId="{79DE1A3A-7EE5-4B0B-8EBD-A9AE981D9C1A}">
      <dgm:prSet/>
      <dgm:spPr/>
      <dgm:t>
        <a:bodyPr/>
        <a:lstStyle/>
        <a:p>
          <a:endParaRPr lang="en-US"/>
        </a:p>
      </dgm:t>
    </dgm:pt>
    <dgm:pt modelId="{1027F428-2FA4-4AB5-B2A9-FA5EE3AF920D}" type="sibTrans" cxnId="{79DE1A3A-7EE5-4B0B-8EBD-A9AE981D9C1A}">
      <dgm:prSet/>
      <dgm:spPr/>
      <dgm:t>
        <a:bodyPr/>
        <a:lstStyle/>
        <a:p>
          <a:endParaRPr lang="en-US"/>
        </a:p>
      </dgm:t>
    </dgm:pt>
    <dgm:pt modelId="{F7F7566C-CF64-4601-A3F0-510B42BDDD60}" type="pres">
      <dgm:prSet presAssocID="{37201134-BEC0-4142-8ED4-750A9C0ACE7B}" presName="linear" presStyleCnt="0">
        <dgm:presLayoutVars>
          <dgm:animLvl val="lvl"/>
          <dgm:resizeHandles val="exact"/>
        </dgm:presLayoutVars>
      </dgm:prSet>
      <dgm:spPr/>
    </dgm:pt>
    <dgm:pt modelId="{F637C8D8-F55A-4FF7-8461-381D74BB8DD0}" type="pres">
      <dgm:prSet presAssocID="{C3389608-0FE8-49B4-83C9-90BA7B6D137A}" presName="parentText" presStyleLbl="node1" presStyleIdx="0" presStyleCnt="2" custLinFactNeighborY="-14204">
        <dgm:presLayoutVars>
          <dgm:chMax val="0"/>
          <dgm:bulletEnabled val="1"/>
        </dgm:presLayoutVars>
      </dgm:prSet>
      <dgm:spPr/>
    </dgm:pt>
    <dgm:pt modelId="{B2146E2B-AC55-44C3-801C-7316C9BF9D9B}" type="pres">
      <dgm:prSet presAssocID="{C3389608-0FE8-49B4-83C9-90BA7B6D137A}" presName="childText" presStyleLbl="revTx" presStyleIdx="0" presStyleCnt="2" custScaleY="69978">
        <dgm:presLayoutVars>
          <dgm:bulletEnabled val="1"/>
        </dgm:presLayoutVars>
      </dgm:prSet>
      <dgm:spPr/>
    </dgm:pt>
    <dgm:pt modelId="{DBC0A8BD-647B-425A-8852-12DB95BA59C1}" type="pres">
      <dgm:prSet presAssocID="{D870EFC3-5056-4545-877C-E94C26A6493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9EB7604-18FD-4FB7-9C4C-15268E025804}" type="pres">
      <dgm:prSet presAssocID="{D870EFC3-5056-4545-877C-E94C26A64931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D6D230B-C35D-4411-9E83-15ED0E2ADDBD}" srcId="{C3389608-0FE8-49B4-83C9-90BA7B6D137A}" destId="{C64D33FC-D851-49E3-8043-F799C82BF937}" srcOrd="0" destOrd="0" parTransId="{95B8A35B-C7FE-4BFF-8134-6B076EE12BB4}" sibTransId="{29D72FD3-9AB1-483B-BEDE-688205ED8B06}"/>
    <dgm:cxn modelId="{B3751832-344F-42BA-83A9-BEAC38CEAC99}" type="presOf" srcId="{F5378704-A8F3-4163-AF1C-A1C5851A9788}" destId="{B2146E2B-AC55-44C3-801C-7316C9BF9D9B}" srcOrd="0" destOrd="1" presId="urn:microsoft.com/office/officeart/2005/8/layout/vList2"/>
    <dgm:cxn modelId="{800ABA34-5975-468B-B752-9522DAA2D6F5}" type="presOf" srcId="{60103547-6218-41C7-8345-4CECFE6D7DFC}" destId="{B2146E2B-AC55-44C3-801C-7316C9BF9D9B}" srcOrd="0" destOrd="2" presId="urn:microsoft.com/office/officeart/2005/8/layout/vList2"/>
    <dgm:cxn modelId="{7CDB4F36-8D0E-4181-B010-361298D14910}" type="presOf" srcId="{D870EFC3-5056-4545-877C-E94C26A64931}" destId="{DBC0A8BD-647B-425A-8852-12DB95BA59C1}" srcOrd="0" destOrd="0" presId="urn:microsoft.com/office/officeart/2005/8/layout/vList2"/>
    <dgm:cxn modelId="{79DE1A3A-7EE5-4B0B-8EBD-A9AE981D9C1A}" srcId="{D870EFC3-5056-4545-877C-E94C26A64931}" destId="{6D7E2D63-B372-409D-9261-8EAE056D5FD9}" srcOrd="1" destOrd="0" parTransId="{E8BCBDCC-05C1-4790-B520-DAAB2BA820A7}" sibTransId="{1027F428-2FA4-4AB5-B2A9-FA5EE3AF920D}"/>
    <dgm:cxn modelId="{C914E962-82D0-444C-8BC7-8AF07CA1400E}" srcId="{D870EFC3-5056-4545-877C-E94C26A64931}" destId="{FDC6F828-F8DA-4C77-997B-1162DB12B957}" srcOrd="0" destOrd="0" parTransId="{D0770863-1EE2-4CCA-95E2-09D4BACBD334}" sibTransId="{F99A3B2B-16FE-4598-921B-D27CAD5C2E01}"/>
    <dgm:cxn modelId="{3362284F-66F3-4B52-B795-34C75395452A}" srcId="{C3389608-0FE8-49B4-83C9-90BA7B6D137A}" destId="{9E6F5D25-4600-45E1-81CE-EA745A9E8E5C}" srcOrd="3" destOrd="0" parTransId="{E14D3088-E2E7-430B-BE38-F9863E3EF683}" sibTransId="{04FFE934-9EF9-4FD9-B075-13124D20E67C}"/>
    <dgm:cxn modelId="{FCA02C56-C7C8-41F4-B10F-79939463F6EB}" type="presOf" srcId="{37201134-BEC0-4142-8ED4-750A9C0ACE7B}" destId="{F7F7566C-CF64-4601-A3F0-510B42BDDD60}" srcOrd="0" destOrd="0" presId="urn:microsoft.com/office/officeart/2005/8/layout/vList2"/>
    <dgm:cxn modelId="{AB2C0983-3B50-4297-B266-E488126842FC}" srcId="{C3389608-0FE8-49B4-83C9-90BA7B6D137A}" destId="{60103547-6218-41C7-8345-4CECFE6D7DFC}" srcOrd="2" destOrd="0" parTransId="{2BC5D93A-C7A2-4396-A206-7CE6CC650C6B}" sibTransId="{522BE270-AB9C-480B-8B10-F405F13B6E3C}"/>
    <dgm:cxn modelId="{2A717D8A-3C94-4E20-BEEA-CEE720EFA217}" type="presOf" srcId="{6D7E2D63-B372-409D-9261-8EAE056D5FD9}" destId="{89EB7604-18FD-4FB7-9C4C-15268E025804}" srcOrd="0" destOrd="1" presId="urn:microsoft.com/office/officeart/2005/8/layout/vList2"/>
    <dgm:cxn modelId="{35CA01A2-594B-45F4-A330-4B59E85EF45D}" type="presOf" srcId="{FDC6F828-F8DA-4C77-997B-1162DB12B957}" destId="{89EB7604-18FD-4FB7-9C4C-15268E025804}" srcOrd="0" destOrd="0" presId="urn:microsoft.com/office/officeart/2005/8/layout/vList2"/>
    <dgm:cxn modelId="{159834B7-B5DC-4408-A1C7-BE1ACC96117E}" type="presOf" srcId="{C64D33FC-D851-49E3-8043-F799C82BF937}" destId="{B2146E2B-AC55-44C3-801C-7316C9BF9D9B}" srcOrd="0" destOrd="0" presId="urn:microsoft.com/office/officeart/2005/8/layout/vList2"/>
    <dgm:cxn modelId="{DDBF82B8-9C8D-4E26-84F9-3F156A59314E}" srcId="{37201134-BEC0-4142-8ED4-750A9C0ACE7B}" destId="{D870EFC3-5056-4545-877C-E94C26A64931}" srcOrd="1" destOrd="0" parTransId="{33A70954-BA2B-47FD-A8B6-1A82C4FFEC16}" sibTransId="{E15A14CF-6689-4E6E-A0DE-54401BDCDBC3}"/>
    <dgm:cxn modelId="{CAB380C2-FDC1-452A-A4B8-8408E66E5D43}" type="presOf" srcId="{9E6F5D25-4600-45E1-81CE-EA745A9E8E5C}" destId="{B2146E2B-AC55-44C3-801C-7316C9BF9D9B}" srcOrd="0" destOrd="3" presId="urn:microsoft.com/office/officeart/2005/8/layout/vList2"/>
    <dgm:cxn modelId="{96554ACB-A0B4-4E50-8A11-EE440C258F6A}" srcId="{C3389608-0FE8-49B4-83C9-90BA7B6D137A}" destId="{F5378704-A8F3-4163-AF1C-A1C5851A9788}" srcOrd="1" destOrd="0" parTransId="{82AD08D9-F26D-4EC1-8D56-4CDADB67A9B7}" sibTransId="{B4032E1C-0BEA-4005-AF8C-5B5E4D038EC5}"/>
    <dgm:cxn modelId="{C0E554E1-ACE5-43F8-B83E-4E9C7AC40992}" type="presOf" srcId="{C3389608-0FE8-49B4-83C9-90BA7B6D137A}" destId="{F637C8D8-F55A-4FF7-8461-381D74BB8DD0}" srcOrd="0" destOrd="0" presId="urn:microsoft.com/office/officeart/2005/8/layout/vList2"/>
    <dgm:cxn modelId="{9D96A2EA-B914-43F2-9A0D-D3D1707F7C9D}" srcId="{37201134-BEC0-4142-8ED4-750A9C0ACE7B}" destId="{C3389608-0FE8-49B4-83C9-90BA7B6D137A}" srcOrd="0" destOrd="0" parTransId="{7B7B56E5-DF19-4F33-ABC1-76170C14402B}" sibTransId="{1455EB56-EAE1-4C69-A9C0-38FB5B1D2B4B}"/>
    <dgm:cxn modelId="{32F5BC2D-147E-4565-9BB3-B16F6935D0A2}" type="presParOf" srcId="{F7F7566C-CF64-4601-A3F0-510B42BDDD60}" destId="{F637C8D8-F55A-4FF7-8461-381D74BB8DD0}" srcOrd="0" destOrd="0" presId="urn:microsoft.com/office/officeart/2005/8/layout/vList2"/>
    <dgm:cxn modelId="{BF8727A2-8227-4EB8-ABE9-A3F88E66ABAA}" type="presParOf" srcId="{F7F7566C-CF64-4601-A3F0-510B42BDDD60}" destId="{B2146E2B-AC55-44C3-801C-7316C9BF9D9B}" srcOrd="1" destOrd="0" presId="urn:microsoft.com/office/officeart/2005/8/layout/vList2"/>
    <dgm:cxn modelId="{691A1CB5-BC2E-479C-92D7-0090A37A26FF}" type="presParOf" srcId="{F7F7566C-CF64-4601-A3F0-510B42BDDD60}" destId="{DBC0A8BD-647B-425A-8852-12DB95BA59C1}" srcOrd="2" destOrd="0" presId="urn:microsoft.com/office/officeart/2005/8/layout/vList2"/>
    <dgm:cxn modelId="{D889CCAB-692E-4022-9E54-D7A1F0DEAFE3}" type="presParOf" srcId="{F7F7566C-CF64-4601-A3F0-510B42BDDD60}" destId="{89EB7604-18FD-4FB7-9C4C-15268E02580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201134-BEC0-4142-8ED4-750A9C0ACE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389608-0FE8-49B4-83C9-90BA7B6D137A}">
      <dgm:prSet custT="1"/>
      <dgm:spPr/>
      <dgm:t>
        <a:bodyPr/>
        <a:lstStyle/>
        <a:p>
          <a:r>
            <a:rPr lang="it-IT" sz="2000" noProof="0" dirty="0"/>
            <a:t>Implementazione di </a:t>
          </a:r>
          <a:r>
            <a:rPr lang="it-IT" sz="2000" b="1" noProof="0" dirty="0" err="1"/>
            <a:t>cargoservice</a:t>
          </a:r>
          <a:r>
            <a:rPr lang="it-IT" sz="2000" noProof="0" dirty="0"/>
            <a:t>:</a:t>
          </a:r>
        </a:p>
      </dgm:t>
    </dgm:pt>
    <dgm:pt modelId="{7B7B56E5-DF19-4F33-ABC1-76170C14402B}" type="parTrans" cxnId="{9D96A2EA-B914-43F2-9A0D-D3D1707F7C9D}">
      <dgm:prSet/>
      <dgm:spPr/>
      <dgm:t>
        <a:bodyPr/>
        <a:lstStyle/>
        <a:p>
          <a:endParaRPr lang="en-US"/>
        </a:p>
      </dgm:t>
    </dgm:pt>
    <dgm:pt modelId="{1455EB56-EAE1-4C69-A9C0-38FB5B1D2B4B}" type="sibTrans" cxnId="{9D96A2EA-B914-43F2-9A0D-D3D1707F7C9D}">
      <dgm:prSet/>
      <dgm:spPr/>
      <dgm:t>
        <a:bodyPr/>
        <a:lstStyle/>
        <a:p>
          <a:endParaRPr lang="en-US"/>
        </a:p>
      </dgm:t>
    </dgm:pt>
    <dgm:pt modelId="{C64D33FC-D851-49E3-8043-F799C82BF937}">
      <dgm:prSet custT="1"/>
      <dgm:spPr/>
      <dgm:t>
        <a:bodyPr/>
        <a:lstStyle/>
        <a:p>
          <a:r>
            <a:rPr lang="it-IT" sz="1800" noProof="0" dirty="0"/>
            <a:t>Validazione della richiesta tramite </a:t>
          </a:r>
          <a:r>
            <a:rPr lang="it-IT" sz="1800" noProof="0" dirty="0" err="1"/>
            <a:t>requestvalidator</a:t>
          </a:r>
          <a:r>
            <a:rPr lang="it-IT" sz="1800" noProof="0" dirty="0"/>
            <a:t> e </a:t>
          </a:r>
          <a:r>
            <a:rPr lang="it-IT" sz="1800" noProof="0" dirty="0" err="1"/>
            <a:t>productservice</a:t>
          </a:r>
          <a:endParaRPr lang="it-IT" sz="1800" b="0" noProof="0" dirty="0"/>
        </a:p>
      </dgm:t>
    </dgm:pt>
    <dgm:pt modelId="{95B8A35B-C7FE-4BFF-8134-6B076EE12BB4}" type="parTrans" cxnId="{CD6D230B-C35D-4411-9E83-15ED0E2ADDBD}">
      <dgm:prSet/>
      <dgm:spPr/>
      <dgm:t>
        <a:bodyPr/>
        <a:lstStyle/>
        <a:p>
          <a:endParaRPr lang="en-US"/>
        </a:p>
      </dgm:t>
    </dgm:pt>
    <dgm:pt modelId="{29D72FD3-9AB1-483B-BEDE-688205ED8B06}" type="sibTrans" cxnId="{CD6D230B-C35D-4411-9E83-15ED0E2ADDBD}">
      <dgm:prSet/>
      <dgm:spPr/>
      <dgm:t>
        <a:bodyPr/>
        <a:lstStyle/>
        <a:p>
          <a:endParaRPr lang="en-US"/>
        </a:p>
      </dgm:t>
    </dgm:pt>
    <dgm:pt modelId="{D870EFC3-5056-4545-877C-E94C26A64931}">
      <dgm:prSet custT="1"/>
      <dgm:spPr/>
      <dgm:t>
        <a:bodyPr/>
        <a:lstStyle/>
        <a:p>
          <a:r>
            <a:rPr lang="it-IT" sz="2000" noProof="0" dirty="0"/>
            <a:t>Implementazione di </a:t>
          </a:r>
          <a:r>
            <a:rPr lang="it-IT" sz="2000" b="1" noProof="0" dirty="0" err="1"/>
            <a:t>requestvalidator</a:t>
          </a:r>
          <a:r>
            <a:rPr lang="it-IT" sz="2000" noProof="0" dirty="0"/>
            <a:t>:</a:t>
          </a:r>
        </a:p>
      </dgm:t>
    </dgm:pt>
    <dgm:pt modelId="{33A70954-BA2B-47FD-A8B6-1A82C4FFEC16}" type="parTrans" cxnId="{DDBF82B8-9C8D-4E26-84F9-3F156A59314E}">
      <dgm:prSet/>
      <dgm:spPr/>
      <dgm:t>
        <a:bodyPr/>
        <a:lstStyle/>
        <a:p>
          <a:endParaRPr lang="en-US"/>
        </a:p>
      </dgm:t>
    </dgm:pt>
    <dgm:pt modelId="{E15A14CF-6689-4E6E-A0DE-54401BDCDBC3}" type="sibTrans" cxnId="{DDBF82B8-9C8D-4E26-84F9-3F156A59314E}">
      <dgm:prSet/>
      <dgm:spPr/>
      <dgm:t>
        <a:bodyPr/>
        <a:lstStyle/>
        <a:p>
          <a:endParaRPr lang="en-US"/>
        </a:p>
      </dgm:t>
    </dgm:pt>
    <dgm:pt modelId="{FDC6F828-F8DA-4C77-997B-1162DB12B957}">
      <dgm:prSet custT="1"/>
      <dgm:spPr/>
      <dgm:t>
        <a:bodyPr/>
        <a:lstStyle/>
        <a:p>
          <a:r>
            <a:rPr lang="it-IT" sz="1800" noProof="0" dirty="0"/>
            <a:t>Controllo che il peso non superi il limite massimo</a:t>
          </a:r>
        </a:p>
      </dgm:t>
    </dgm:pt>
    <dgm:pt modelId="{D0770863-1EE2-4CCA-95E2-09D4BACBD334}" type="parTrans" cxnId="{C914E962-82D0-444C-8BC7-8AF07CA1400E}">
      <dgm:prSet/>
      <dgm:spPr/>
      <dgm:t>
        <a:bodyPr/>
        <a:lstStyle/>
        <a:p>
          <a:endParaRPr lang="en-US"/>
        </a:p>
      </dgm:t>
    </dgm:pt>
    <dgm:pt modelId="{F99A3B2B-16FE-4598-921B-D27CAD5C2E01}" type="sibTrans" cxnId="{C914E962-82D0-444C-8BC7-8AF07CA1400E}">
      <dgm:prSet/>
      <dgm:spPr/>
      <dgm:t>
        <a:bodyPr/>
        <a:lstStyle/>
        <a:p>
          <a:endParaRPr lang="en-US"/>
        </a:p>
      </dgm:t>
    </dgm:pt>
    <dgm:pt modelId="{CD1B52D3-FBEC-4AA9-B557-163084D0E4AF}">
      <dgm:prSet custT="1"/>
      <dgm:spPr/>
      <dgm:t>
        <a:bodyPr/>
        <a:lstStyle/>
        <a:p>
          <a:r>
            <a:rPr lang="it-IT" sz="1800" noProof="0" dirty="0"/>
            <a:t>Comunicazione dell’esito della richiesta</a:t>
          </a:r>
        </a:p>
      </dgm:t>
    </dgm:pt>
    <dgm:pt modelId="{772CE5A6-769D-432E-BE21-9AC3E55B335C}" type="parTrans" cxnId="{2BBB72C9-F697-47F2-8FF3-2D35F8A62288}">
      <dgm:prSet/>
      <dgm:spPr/>
      <dgm:t>
        <a:bodyPr/>
        <a:lstStyle/>
        <a:p>
          <a:endParaRPr lang="it-IT"/>
        </a:p>
      </dgm:t>
    </dgm:pt>
    <dgm:pt modelId="{1B5EB3E5-5897-47B1-B96E-D72397467B8D}" type="sibTrans" cxnId="{2BBB72C9-F697-47F2-8FF3-2D35F8A62288}">
      <dgm:prSet/>
      <dgm:spPr/>
      <dgm:t>
        <a:bodyPr/>
        <a:lstStyle/>
        <a:p>
          <a:endParaRPr lang="it-IT"/>
        </a:p>
      </dgm:t>
    </dgm:pt>
    <dgm:pt modelId="{AF709386-F838-443A-B865-1E1D25C617BD}">
      <dgm:prSet custT="1"/>
      <dgm:spPr/>
      <dgm:t>
        <a:bodyPr/>
        <a:lstStyle/>
        <a:p>
          <a:r>
            <a:rPr lang="it-IT" sz="1800" noProof="0" dirty="0"/>
            <a:t>Gestione del carico del product container</a:t>
          </a:r>
        </a:p>
      </dgm:t>
    </dgm:pt>
    <dgm:pt modelId="{124821F6-C484-43FA-8EAB-34C98E67B143}" type="parTrans" cxnId="{15594962-0425-4A24-BC3D-C266AC802B07}">
      <dgm:prSet/>
      <dgm:spPr/>
      <dgm:t>
        <a:bodyPr/>
        <a:lstStyle/>
        <a:p>
          <a:endParaRPr lang="it-IT"/>
        </a:p>
      </dgm:t>
    </dgm:pt>
    <dgm:pt modelId="{21BDE178-96B0-4AA7-B797-EB6CFD27C21A}" type="sibTrans" cxnId="{15594962-0425-4A24-BC3D-C266AC802B07}">
      <dgm:prSet/>
      <dgm:spPr/>
      <dgm:t>
        <a:bodyPr/>
        <a:lstStyle/>
        <a:p>
          <a:endParaRPr lang="it-IT"/>
        </a:p>
      </dgm:t>
    </dgm:pt>
    <dgm:pt modelId="{144BD15A-EBD7-438F-B239-DC1D10DD336B}">
      <dgm:prSet custT="1"/>
      <dgm:spPr/>
      <dgm:t>
        <a:bodyPr/>
        <a:lstStyle/>
        <a:p>
          <a:r>
            <a:rPr lang="it-IT" sz="1800" noProof="0" dirty="0"/>
            <a:t>Interruzione delle attività in caso di </a:t>
          </a:r>
          <a:r>
            <a:rPr lang="it-IT" sz="1800" b="1" noProof="0" dirty="0"/>
            <a:t>sonar </a:t>
          </a:r>
          <a:r>
            <a:rPr lang="it-IT" sz="1800" b="1" noProof="0" dirty="0" err="1"/>
            <a:t>failure</a:t>
          </a:r>
          <a:endParaRPr lang="it-IT" sz="1800" b="1" noProof="0" dirty="0"/>
        </a:p>
      </dgm:t>
    </dgm:pt>
    <dgm:pt modelId="{B1AED593-5182-4693-8898-A34D845EB582}" type="parTrans" cxnId="{ABE6B7C9-A467-4DA0-9E76-78CFE808A675}">
      <dgm:prSet/>
      <dgm:spPr/>
      <dgm:t>
        <a:bodyPr/>
        <a:lstStyle/>
        <a:p>
          <a:endParaRPr lang="it-IT"/>
        </a:p>
      </dgm:t>
    </dgm:pt>
    <dgm:pt modelId="{D6DDBF52-E1B4-4AA7-AA89-978A4ADE3778}" type="sibTrans" cxnId="{ABE6B7C9-A467-4DA0-9E76-78CFE808A675}">
      <dgm:prSet/>
      <dgm:spPr/>
      <dgm:t>
        <a:bodyPr/>
        <a:lstStyle/>
        <a:p>
          <a:endParaRPr lang="it-IT"/>
        </a:p>
      </dgm:t>
    </dgm:pt>
    <dgm:pt modelId="{19AC7F31-5AA2-4C13-8613-5667A42BA99A}">
      <dgm:prSet custT="1"/>
      <dgm:spPr/>
      <dgm:t>
        <a:bodyPr/>
        <a:lstStyle/>
        <a:p>
          <a:r>
            <a:rPr lang="it-IT" sz="1800" noProof="0" dirty="0"/>
            <a:t>Controllo sulla disponibilità di Slot</a:t>
          </a:r>
        </a:p>
      </dgm:t>
    </dgm:pt>
    <dgm:pt modelId="{8C764F3B-B17A-48ED-AC89-06BD8D7A6EED}" type="parTrans" cxnId="{5CB345DB-5A11-46DD-96C7-666CCC8DE18A}">
      <dgm:prSet/>
      <dgm:spPr/>
      <dgm:t>
        <a:bodyPr/>
        <a:lstStyle/>
        <a:p>
          <a:endParaRPr lang="it-IT"/>
        </a:p>
      </dgm:t>
    </dgm:pt>
    <dgm:pt modelId="{09B0D770-37F0-4198-9202-F6C515E6C569}" type="sibTrans" cxnId="{5CB345DB-5A11-46DD-96C7-666CCC8DE18A}">
      <dgm:prSet/>
      <dgm:spPr/>
      <dgm:t>
        <a:bodyPr/>
        <a:lstStyle/>
        <a:p>
          <a:endParaRPr lang="it-IT"/>
        </a:p>
      </dgm:t>
    </dgm:pt>
    <dgm:pt modelId="{7D948B1C-7D47-40AF-B43F-BD71C62F7138}">
      <dgm:prSet custT="1"/>
      <dgm:spPr/>
      <dgm:t>
        <a:bodyPr/>
        <a:lstStyle/>
        <a:p>
          <a:r>
            <a:rPr lang="it-IT" sz="1800" noProof="0" dirty="0"/>
            <a:t>Realizzazione delle classi </a:t>
          </a:r>
          <a:r>
            <a:rPr lang="it-IT" sz="1800" noProof="0" dirty="0" err="1"/>
            <a:t>helper</a:t>
          </a:r>
          <a:r>
            <a:rPr lang="it-IT" sz="1800" noProof="0" dirty="0"/>
            <a:t> </a:t>
          </a:r>
          <a:r>
            <a:rPr lang="it-IT" sz="1800" b="1" noProof="0" dirty="0" err="1"/>
            <a:t>Hold</a:t>
          </a:r>
          <a:r>
            <a:rPr lang="it-IT" sz="1800" b="1" noProof="0" dirty="0"/>
            <a:t> </a:t>
          </a:r>
          <a:r>
            <a:rPr lang="it-IT" sz="1800" noProof="0" dirty="0"/>
            <a:t>e </a:t>
          </a:r>
          <a:r>
            <a:rPr lang="it-IT" sz="1800" b="1" noProof="0" dirty="0"/>
            <a:t>Slot</a:t>
          </a:r>
        </a:p>
      </dgm:t>
    </dgm:pt>
    <dgm:pt modelId="{DB0E90FF-CCA7-4338-A284-193891DAA5EB}" type="parTrans" cxnId="{39C064FB-EF0C-4FBE-8D0C-AA48F399C900}">
      <dgm:prSet/>
      <dgm:spPr/>
      <dgm:t>
        <a:bodyPr/>
        <a:lstStyle/>
        <a:p>
          <a:endParaRPr lang="it-IT"/>
        </a:p>
      </dgm:t>
    </dgm:pt>
    <dgm:pt modelId="{DEFD1881-5844-4551-BAE4-DBFF711179EC}" type="sibTrans" cxnId="{39C064FB-EF0C-4FBE-8D0C-AA48F399C900}">
      <dgm:prSet/>
      <dgm:spPr/>
      <dgm:t>
        <a:bodyPr/>
        <a:lstStyle/>
        <a:p>
          <a:endParaRPr lang="it-IT"/>
        </a:p>
      </dgm:t>
    </dgm:pt>
    <dgm:pt modelId="{F7F7566C-CF64-4601-A3F0-510B42BDDD60}" type="pres">
      <dgm:prSet presAssocID="{37201134-BEC0-4142-8ED4-750A9C0ACE7B}" presName="linear" presStyleCnt="0">
        <dgm:presLayoutVars>
          <dgm:animLvl val="lvl"/>
          <dgm:resizeHandles val="exact"/>
        </dgm:presLayoutVars>
      </dgm:prSet>
      <dgm:spPr/>
    </dgm:pt>
    <dgm:pt modelId="{F637C8D8-F55A-4FF7-8461-381D74BB8DD0}" type="pres">
      <dgm:prSet presAssocID="{C3389608-0FE8-49B4-83C9-90BA7B6D137A}" presName="parentText" presStyleLbl="node1" presStyleIdx="0" presStyleCnt="2" custScaleX="100000" custScaleY="43195" custLinFactNeighborY="-6409">
        <dgm:presLayoutVars>
          <dgm:chMax val="0"/>
          <dgm:bulletEnabled val="1"/>
        </dgm:presLayoutVars>
      </dgm:prSet>
      <dgm:spPr/>
    </dgm:pt>
    <dgm:pt modelId="{B2146E2B-AC55-44C3-801C-7316C9BF9D9B}" type="pres">
      <dgm:prSet presAssocID="{C3389608-0FE8-49B4-83C9-90BA7B6D137A}" presName="childText" presStyleLbl="revTx" presStyleIdx="0" presStyleCnt="2" custScaleY="111346" custLinFactNeighborY="-9969">
        <dgm:presLayoutVars>
          <dgm:bulletEnabled val="1"/>
        </dgm:presLayoutVars>
      </dgm:prSet>
      <dgm:spPr/>
    </dgm:pt>
    <dgm:pt modelId="{DBC0A8BD-647B-425A-8852-12DB95BA59C1}" type="pres">
      <dgm:prSet presAssocID="{D870EFC3-5056-4545-877C-E94C26A64931}" presName="parentText" presStyleLbl="node1" presStyleIdx="1" presStyleCnt="2" custScaleY="43195" custLinFactNeighborY="-8741">
        <dgm:presLayoutVars>
          <dgm:chMax val="0"/>
          <dgm:bulletEnabled val="1"/>
        </dgm:presLayoutVars>
      </dgm:prSet>
      <dgm:spPr/>
    </dgm:pt>
    <dgm:pt modelId="{89EB7604-18FD-4FB7-9C4C-15268E025804}" type="pres">
      <dgm:prSet presAssocID="{D870EFC3-5056-4545-877C-E94C26A64931}" presName="childText" presStyleLbl="revTx" presStyleIdx="1" presStyleCnt="2" custLinFactNeighborY="-8458">
        <dgm:presLayoutVars>
          <dgm:bulletEnabled val="1"/>
        </dgm:presLayoutVars>
      </dgm:prSet>
      <dgm:spPr/>
    </dgm:pt>
  </dgm:ptLst>
  <dgm:cxnLst>
    <dgm:cxn modelId="{CD6D230B-C35D-4411-9E83-15ED0E2ADDBD}" srcId="{C3389608-0FE8-49B4-83C9-90BA7B6D137A}" destId="{C64D33FC-D851-49E3-8043-F799C82BF937}" srcOrd="0" destOrd="0" parTransId="{95B8A35B-C7FE-4BFF-8134-6B076EE12BB4}" sibTransId="{29D72FD3-9AB1-483B-BEDE-688205ED8B06}"/>
    <dgm:cxn modelId="{88089B2E-2F40-43EF-87F4-C3494D2BBD23}" type="presOf" srcId="{CD1B52D3-FBEC-4AA9-B557-163084D0E4AF}" destId="{B2146E2B-AC55-44C3-801C-7316C9BF9D9B}" srcOrd="0" destOrd="1" presId="urn:microsoft.com/office/officeart/2005/8/layout/vList2"/>
    <dgm:cxn modelId="{7CDB4F36-8D0E-4181-B010-361298D14910}" type="presOf" srcId="{D870EFC3-5056-4545-877C-E94C26A64931}" destId="{DBC0A8BD-647B-425A-8852-12DB95BA59C1}" srcOrd="0" destOrd="0" presId="urn:microsoft.com/office/officeart/2005/8/layout/vList2"/>
    <dgm:cxn modelId="{D0F49B5B-D5D2-4757-847D-1A0B5ABAA1ED}" type="presOf" srcId="{AF709386-F838-443A-B865-1E1D25C617BD}" destId="{B2146E2B-AC55-44C3-801C-7316C9BF9D9B}" srcOrd="0" destOrd="2" presId="urn:microsoft.com/office/officeart/2005/8/layout/vList2"/>
    <dgm:cxn modelId="{15594962-0425-4A24-BC3D-C266AC802B07}" srcId="{C3389608-0FE8-49B4-83C9-90BA7B6D137A}" destId="{AF709386-F838-443A-B865-1E1D25C617BD}" srcOrd="2" destOrd="0" parTransId="{124821F6-C484-43FA-8EAB-34C98E67B143}" sibTransId="{21BDE178-96B0-4AA7-B797-EB6CFD27C21A}"/>
    <dgm:cxn modelId="{C914E962-82D0-444C-8BC7-8AF07CA1400E}" srcId="{D870EFC3-5056-4545-877C-E94C26A64931}" destId="{FDC6F828-F8DA-4C77-997B-1162DB12B957}" srcOrd="0" destOrd="0" parTransId="{D0770863-1EE2-4CCA-95E2-09D4BACBD334}" sibTransId="{F99A3B2B-16FE-4598-921B-D27CAD5C2E01}"/>
    <dgm:cxn modelId="{0FFC8F69-DCC5-4540-9036-5E7BF5234202}" type="presOf" srcId="{144BD15A-EBD7-438F-B239-DC1D10DD336B}" destId="{B2146E2B-AC55-44C3-801C-7316C9BF9D9B}" srcOrd="0" destOrd="3" presId="urn:microsoft.com/office/officeart/2005/8/layout/vList2"/>
    <dgm:cxn modelId="{FCA02C56-C7C8-41F4-B10F-79939463F6EB}" type="presOf" srcId="{37201134-BEC0-4142-8ED4-750A9C0ACE7B}" destId="{F7F7566C-CF64-4601-A3F0-510B42BDDD60}" srcOrd="0" destOrd="0" presId="urn:microsoft.com/office/officeart/2005/8/layout/vList2"/>
    <dgm:cxn modelId="{35CA01A2-594B-45F4-A330-4B59E85EF45D}" type="presOf" srcId="{FDC6F828-F8DA-4C77-997B-1162DB12B957}" destId="{89EB7604-18FD-4FB7-9C4C-15268E025804}" srcOrd="0" destOrd="0" presId="urn:microsoft.com/office/officeart/2005/8/layout/vList2"/>
    <dgm:cxn modelId="{159834B7-B5DC-4408-A1C7-BE1ACC96117E}" type="presOf" srcId="{C64D33FC-D851-49E3-8043-F799C82BF937}" destId="{B2146E2B-AC55-44C3-801C-7316C9BF9D9B}" srcOrd="0" destOrd="0" presId="urn:microsoft.com/office/officeart/2005/8/layout/vList2"/>
    <dgm:cxn modelId="{DDBF82B8-9C8D-4E26-84F9-3F156A59314E}" srcId="{37201134-BEC0-4142-8ED4-750A9C0ACE7B}" destId="{D870EFC3-5056-4545-877C-E94C26A64931}" srcOrd="1" destOrd="0" parTransId="{33A70954-BA2B-47FD-A8B6-1A82C4FFEC16}" sibTransId="{E15A14CF-6689-4E6E-A0DE-54401BDCDBC3}"/>
    <dgm:cxn modelId="{2BBB72C9-F697-47F2-8FF3-2D35F8A62288}" srcId="{C3389608-0FE8-49B4-83C9-90BA7B6D137A}" destId="{CD1B52D3-FBEC-4AA9-B557-163084D0E4AF}" srcOrd="1" destOrd="0" parTransId="{772CE5A6-769D-432E-BE21-9AC3E55B335C}" sibTransId="{1B5EB3E5-5897-47B1-B96E-D72397467B8D}"/>
    <dgm:cxn modelId="{ABE6B7C9-A467-4DA0-9E76-78CFE808A675}" srcId="{C3389608-0FE8-49B4-83C9-90BA7B6D137A}" destId="{144BD15A-EBD7-438F-B239-DC1D10DD336B}" srcOrd="3" destOrd="0" parTransId="{B1AED593-5182-4693-8898-A34D845EB582}" sibTransId="{D6DDBF52-E1B4-4AA7-AA89-978A4ADE3778}"/>
    <dgm:cxn modelId="{C8651BD5-2C08-475A-AE4E-B72AC540D1B4}" type="presOf" srcId="{7D948B1C-7D47-40AF-B43F-BD71C62F7138}" destId="{89EB7604-18FD-4FB7-9C4C-15268E025804}" srcOrd="0" destOrd="2" presId="urn:microsoft.com/office/officeart/2005/8/layout/vList2"/>
    <dgm:cxn modelId="{58B80CD7-3D7E-431C-9B0B-2713FC16BC01}" type="presOf" srcId="{19AC7F31-5AA2-4C13-8613-5667A42BA99A}" destId="{89EB7604-18FD-4FB7-9C4C-15268E025804}" srcOrd="0" destOrd="1" presId="urn:microsoft.com/office/officeart/2005/8/layout/vList2"/>
    <dgm:cxn modelId="{5CB345DB-5A11-46DD-96C7-666CCC8DE18A}" srcId="{D870EFC3-5056-4545-877C-E94C26A64931}" destId="{19AC7F31-5AA2-4C13-8613-5667A42BA99A}" srcOrd="1" destOrd="0" parTransId="{8C764F3B-B17A-48ED-AC89-06BD8D7A6EED}" sibTransId="{09B0D770-37F0-4198-9202-F6C515E6C569}"/>
    <dgm:cxn modelId="{C0E554E1-ACE5-43F8-B83E-4E9C7AC40992}" type="presOf" srcId="{C3389608-0FE8-49B4-83C9-90BA7B6D137A}" destId="{F637C8D8-F55A-4FF7-8461-381D74BB8DD0}" srcOrd="0" destOrd="0" presId="urn:microsoft.com/office/officeart/2005/8/layout/vList2"/>
    <dgm:cxn modelId="{9D96A2EA-B914-43F2-9A0D-D3D1707F7C9D}" srcId="{37201134-BEC0-4142-8ED4-750A9C0ACE7B}" destId="{C3389608-0FE8-49B4-83C9-90BA7B6D137A}" srcOrd="0" destOrd="0" parTransId="{7B7B56E5-DF19-4F33-ABC1-76170C14402B}" sibTransId="{1455EB56-EAE1-4C69-A9C0-38FB5B1D2B4B}"/>
    <dgm:cxn modelId="{39C064FB-EF0C-4FBE-8D0C-AA48F399C900}" srcId="{D870EFC3-5056-4545-877C-E94C26A64931}" destId="{7D948B1C-7D47-40AF-B43F-BD71C62F7138}" srcOrd="2" destOrd="0" parTransId="{DB0E90FF-CCA7-4338-A284-193891DAA5EB}" sibTransId="{DEFD1881-5844-4551-BAE4-DBFF711179EC}"/>
    <dgm:cxn modelId="{32F5BC2D-147E-4565-9BB3-B16F6935D0A2}" type="presParOf" srcId="{F7F7566C-CF64-4601-A3F0-510B42BDDD60}" destId="{F637C8D8-F55A-4FF7-8461-381D74BB8DD0}" srcOrd="0" destOrd="0" presId="urn:microsoft.com/office/officeart/2005/8/layout/vList2"/>
    <dgm:cxn modelId="{BF8727A2-8227-4EB8-ABE9-A3F88E66ABAA}" type="presParOf" srcId="{F7F7566C-CF64-4601-A3F0-510B42BDDD60}" destId="{B2146E2B-AC55-44C3-801C-7316C9BF9D9B}" srcOrd="1" destOrd="0" presId="urn:microsoft.com/office/officeart/2005/8/layout/vList2"/>
    <dgm:cxn modelId="{691A1CB5-BC2E-479C-92D7-0090A37A26FF}" type="presParOf" srcId="{F7F7566C-CF64-4601-A3F0-510B42BDDD60}" destId="{DBC0A8BD-647B-425A-8852-12DB95BA59C1}" srcOrd="2" destOrd="0" presId="urn:microsoft.com/office/officeart/2005/8/layout/vList2"/>
    <dgm:cxn modelId="{D889CCAB-692E-4022-9E54-D7A1F0DEAFE3}" type="presParOf" srcId="{F7F7566C-CF64-4601-A3F0-510B42BDDD60}" destId="{89EB7604-18FD-4FB7-9C4C-15268E02580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201134-BEC0-4142-8ED4-750A9C0ACE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389608-0FE8-49B4-83C9-90BA7B6D137A}">
      <dgm:prSet custT="1"/>
      <dgm:spPr/>
      <dgm:t>
        <a:bodyPr/>
        <a:lstStyle/>
        <a:p>
          <a:r>
            <a:rPr lang="it-IT" sz="2000" noProof="0" dirty="0"/>
            <a:t>Modellazione di </a:t>
          </a:r>
          <a:r>
            <a:rPr lang="it-IT" sz="2000" b="1" noProof="0" dirty="0" err="1"/>
            <a:t>cargorobot</a:t>
          </a:r>
          <a:r>
            <a:rPr lang="it-IT" sz="2000" noProof="0" dirty="0"/>
            <a:t>:</a:t>
          </a:r>
        </a:p>
      </dgm:t>
    </dgm:pt>
    <dgm:pt modelId="{7B7B56E5-DF19-4F33-ABC1-76170C14402B}" type="parTrans" cxnId="{9D96A2EA-B914-43F2-9A0D-D3D1707F7C9D}">
      <dgm:prSet/>
      <dgm:spPr/>
      <dgm:t>
        <a:bodyPr/>
        <a:lstStyle/>
        <a:p>
          <a:endParaRPr lang="en-US"/>
        </a:p>
      </dgm:t>
    </dgm:pt>
    <dgm:pt modelId="{1455EB56-EAE1-4C69-A9C0-38FB5B1D2B4B}" type="sibTrans" cxnId="{9D96A2EA-B914-43F2-9A0D-D3D1707F7C9D}">
      <dgm:prSet/>
      <dgm:spPr/>
      <dgm:t>
        <a:bodyPr/>
        <a:lstStyle/>
        <a:p>
          <a:endParaRPr lang="en-US"/>
        </a:p>
      </dgm:t>
    </dgm:pt>
    <dgm:pt modelId="{C64D33FC-D851-49E3-8043-F799C82BF937}">
      <dgm:prSet custT="1"/>
      <dgm:spPr/>
      <dgm:t>
        <a:bodyPr/>
        <a:lstStyle/>
        <a:p>
          <a:r>
            <a:rPr lang="it-IT" sz="1800" b="1" noProof="0" dirty="0"/>
            <a:t>Gestione del movimento </a:t>
          </a:r>
          <a:r>
            <a:rPr lang="it-IT" sz="1800" b="0" noProof="0" dirty="0"/>
            <a:t>del </a:t>
          </a:r>
          <a:r>
            <a:rPr lang="it-IT" sz="1800" b="0" noProof="0" dirty="0" err="1"/>
            <a:t>basicrobot</a:t>
          </a:r>
          <a:r>
            <a:rPr lang="it-IT" sz="1800" b="0" noProof="0" dirty="0"/>
            <a:t> per il carico dei product container</a:t>
          </a:r>
        </a:p>
      </dgm:t>
    </dgm:pt>
    <dgm:pt modelId="{95B8A35B-C7FE-4BFF-8134-6B076EE12BB4}" type="parTrans" cxnId="{CD6D230B-C35D-4411-9E83-15ED0E2ADDBD}">
      <dgm:prSet/>
      <dgm:spPr/>
      <dgm:t>
        <a:bodyPr/>
        <a:lstStyle/>
        <a:p>
          <a:endParaRPr lang="en-US"/>
        </a:p>
      </dgm:t>
    </dgm:pt>
    <dgm:pt modelId="{29D72FD3-9AB1-483B-BEDE-688205ED8B06}" type="sibTrans" cxnId="{CD6D230B-C35D-4411-9E83-15ED0E2ADDBD}">
      <dgm:prSet/>
      <dgm:spPr/>
      <dgm:t>
        <a:bodyPr/>
        <a:lstStyle/>
        <a:p>
          <a:endParaRPr lang="en-US"/>
        </a:p>
      </dgm:t>
    </dgm:pt>
    <dgm:pt modelId="{D870EFC3-5056-4545-877C-E94C26A64931}">
      <dgm:prSet custT="1"/>
      <dgm:spPr/>
      <dgm:t>
        <a:bodyPr/>
        <a:lstStyle/>
        <a:p>
          <a:r>
            <a:rPr lang="it-IT" sz="2000" noProof="0" dirty="0"/>
            <a:t>Modellazione di </a:t>
          </a:r>
          <a:r>
            <a:rPr lang="it-IT" sz="2000" b="1" noProof="0" dirty="0" err="1"/>
            <a:t>moveexec</a:t>
          </a:r>
          <a:r>
            <a:rPr lang="it-IT" sz="2000" noProof="0" dirty="0"/>
            <a:t>:</a:t>
          </a:r>
        </a:p>
      </dgm:t>
    </dgm:pt>
    <dgm:pt modelId="{33A70954-BA2B-47FD-A8B6-1A82C4FFEC16}" type="parTrans" cxnId="{DDBF82B8-9C8D-4E26-84F9-3F156A59314E}">
      <dgm:prSet/>
      <dgm:spPr/>
      <dgm:t>
        <a:bodyPr/>
        <a:lstStyle/>
        <a:p>
          <a:endParaRPr lang="en-US"/>
        </a:p>
      </dgm:t>
    </dgm:pt>
    <dgm:pt modelId="{E15A14CF-6689-4E6E-A0DE-54401BDCDBC3}" type="sibTrans" cxnId="{DDBF82B8-9C8D-4E26-84F9-3F156A59314E}">
      <dgm:prSet/>
      <dgm:spPr/>
      <dgm:t>
        <a:bodyPr/>
        <a:lstStyle/>
        <a:p>
          <a:endParaRPr lang="en-US"/>
        </a:p>
      </dgm:t>
    </dgm:pt>
    <dgm:pt modelId="{FDC6F828-F8DA-4C77-997B-1162DB12B957}">
      <dgm:prSet custT="1"/>
      <dgm:spPr/>
      <dgm:t>
        <a:bodyPr/>
        <a:lstStyle/>
        <a:p>
          <a:r>
            <a:rPr lang="it-IT" sz="1800" noProof="0" dirty="0"/>
            <a:t>Interfacciamento diretto con </a:t>
          </a:r>
          <a:r>
            <a:rPr lang="it-IT" sz="1800" b="1" noProof="0" dirty="0" err="1"/>
            <a:t>basicrobot</a:t>
          </a:r>
          <a:endParaRPr lang="it-IT" sz="1800" b="1" noProof="0" dirty="0"/>
        </a:p>
      </dgm:t>
    </dgm:pt>
    <dgm:pt modelId="{D0770863-1EE2-4CCA-95E2-09D4BACBD334}" type="parTrans" cxnId="{C914E962-82D0-444C-8BC7-8AF07CA1400E}">
      <dgm:prSet/>
      <dgm:spPr/>
      <dgm:t>
        <a:bodyPr/>
        <a:lstStyle/>
        <a:p>
          <a:endParaRPr lang="en-US"/>
        </a:p>
      </dgm:t>
    </dgm:pt>
    <dgm:pt modelId="{F99A3B2B-16FE-4598-921B-D27CAD5C2E01}" type="sibTrans" cxnId="{C914E962-82D0-444C-8BC7-8AF07CA1400E}">
      <dgm:prSet/>
      <dgm:spPr/>
      <dgm:t>
        <a:bodyPr/>
        <a:lstStyle/>
        <a:p>
          <a:endParaRPr lang="en-US"/>
        </a:p>
      </dgm:t>
    </dgm:pt>
    <dgm:pt modelId="{7FB90062-BA94-4031-ADA8-72766DD6726D}">
      <dgm:prSet custT="1"/>
      <dgm:spPr/>
      <dgm:t>
        <a:bodyPr/>
        <a:lstStyle/>
        <a:p>
          <a:r>
            <a:rPr lang="it-IT" sz="1800" noProof="0" dirty="0"/>
            <a:t>Gestione delle </a:t>
          </a:r>
          <a:r>
            <a:rPr lang="it-IT" sz="1800" noProof="0" dirty="0" err="1"/>
            <a:t>sonarfailure</a:t>
          </a:r>
          <a:endParaRPr lang="it-IT" sz="1800" noProof="0" dirty="0"/>
        </a:p>
      </dgm:t>
    </dgm:pt>
    <dgm:pt modelId="{7E836EAB-FC09-4B33-B8AC-B7A297E2D47C}" type="parTrans" cxnId="{AE1B2167-901D-4265-8F8E-0A254082F039}">
      <dgm:prSet/>
      <dgm:spPr/>
      <dgm:t>
        <a:bodyPr/>
        <a:lstStyle/>
        <a:p>
          <a:endParaRPr lang="it-IT"/>
        </a:p>
      </dgm:t>
    </dgm:pt>
    <dgm:pt modelId="{362E945C-8FD9-4B3F-B7A6-414D1723FD6E}" type="sibTrans" cxnId="{AE1B2167-901D-4265-8F8E-0A254082F039}">
      <dgm:prSet/>
      <dgm:spPr/>
      <dgm:t>
        <a:bodyPr/>
        <a:lstStyle/>
        <a:p>
          <a:endParaRPr lang="it-IT"/>
        </a:p>
      </dgm:t>
    </dgm:pt>
    <dgm:pt modelId="{F7F7566C-CF64-4601-A3F0-510B42BDDD60}" type="pres">
      <dgm:prSet presAssocID="{37201134-BEC0-4142-8ED4-750A9C0ACE7B}" presName="linear" presStyleCnt="0">
        <dgm:presLayoutVars>
          <dgm:animLvl val="lvl"/>
          <dgm:resizeHandles val="exact"/>
        </dgm:presLayoutVars>
      </dgm:prSet>
      <dgm:spPr/>
    </dgm:pt>
    <dgm:pt modelId="{F637C8D8-F55A-4FF7-8461-381D74BB8DD0}" type="pres">
      <dgm:prSet presAssocID="{C3389608-0FE8-49B4-83C9-90BA7B6D137A}" presName="parentText" presStyleLbl="node1" presStyleIdx="0" presStyleCnt="2" custScaleY="43195" custLinFactNeighborY="-34439">
        <dgm:presLayoutVars>
          <dgm:chMax val="0"/>
          <dgm:bulletEnabled val="1"/>
        </dgm:presLayoutVars>
      </dgm:prSet>
      <dgm:spPr/>
    </dgm:pt>
    <dgm:pt modelId="{B2146E2B-AC55-44C3-801C-7316C9BF9D9B}" type="pres">
      <dgm:prSet presAssocID="{C3389608-0FE8-49B4-83C9-90BA7B6D137A}" presName="childText" presStyleLbl="revTx" presStyleIdx="0" presStyleCnt="2" custScaleY="138900" custLinFactNeighborY="-30504">
        <dgm:presLayoutVars>
          <dgm:bulletEnabled val="1"/>
        </dgm:presLayoutVars>
      </dgm:prSet>
      <dgm:spPr/>
    </dgm:pt>
    <dgm:pt modelId="{DBC0A8BD-647B-425A-8852-12DB95BA59C1}" type="pres">
      <dgm:prSet presAssocID="{D870EFC3-5056-4545-877C-E94C26A64931}" presName="parentText" presStyleLbl="node1" presStyleIdx="1" presStyleCnt="2" custScaleY="43195" custLinFactNeighborY="-13791">
        <dgm:presLayoutVars>
          <dgm:chMax val="0"/>
          <dgm:bulletEnabled val="1"/>
        </dgm:presLayoutVars>
      </dgm:prSet>
      <dgm:spPr/>
    </dgm:pt>
    <dgm:pt modelId="{89EB7604-18FD-4FB7-9C4C-15268E025804}" type="pres">
      <dgm:prSet presAssocID="{D870EFC3-5056-4545-877C-E94C26A64931}" presName="childText" presStyleLbl="revTx" presStyleIdx="1" presStyleCnt="2" custLinFactNeighborY="-12085">
        <dgm:presLayoutVars>
          <dgm:bulletEnabled val="1"/>
        </dgm:presLayoutVars>
      </dgm:prSet>
      <dgm:spPr/>
    </dgm:pt>
  </dgm:ptLst>
  <dgm:cxnLst>
    <dgm:cxn modelId="{CD6D230B-C35D-4411-9E83-15ED0E2ADDBD}" srcId="{C3389608-0FE8-49B4-83C9-90BA7B6D137A}" destId="{C64D33FC-D851-49E3-8043-F799C82BF937}" srcOrd="0" destOrd="0" parTransId="{95B8A35B-C7FE-4BFF-8134-6B076EE12BB4}" sibTransId="{29D72FD3-9AB1-483B-BEDE-688205ED8B06}"/>
    <dgm:cxn modelId="{7CDB4F36-8D0E-4181-B010-361298D14910}" type="presOf" srcId="{D870EFC3-5056-4545-877C-E94C26A64931}" destId="{DBC0A8BD-647B-425A-8852-12DB95BA59C1}" srcOrd="0" destOrd="0" presId="urn:microsoft.com/office/officeart/2005/8/layout/vList2"/>
    <dgm:cxn modelId="{C914E962-82D0-444C-8BC7-8AF07CA1400E}" srcId="{D870EFC3-5056-4545-877C-E94C26A64931}" destId="{FDC6F828-F8DA-4C77-997B-1162DB12B957}" srcOrd="0" destOrd="0" parTransId="{D0770863-1EE2-4CCA-95E2-09D4BACBD334}" sibTransId="{F99A3B2B-16FE-4598-921B-D27CAD5C2E01}"/>
    <dgm:cxn modelId="{AE1B2167-901D-4265-8F8E-0A254082F039}" srcId="{D870EFC3-5056-4545-877C-E94C26A64931}" destId="{7FB90062-BA94-4031-ADA8-72766DD6726D}" srcOrd="1" destOrd="0" parTransId="{7E836EAB-FC09-4B33-B8AC-B7A297E2D47C}" sibTransId="{362E945C-8FD9-4B3F-B7A6-414D1723FD6E}"/>
    <dgm:cxn modelId="{FCA02C56-C7C8-41F4-B10F-79939463F6EB}" type="presOf" srcId="{37201134-BEC0-4142-8ED4-750A9C0ACE7B}" destId="{F7F7566C-CF64-4601-A3F0-510B42BDDD60}" srcOrd="0" destOrd="0" presId="urn:microsoft.com/office/officeart/2005/8/layout/vList2"/>
    <dgm:cxn modelId="{1BDA9580-8AD8-43F0-B654-990C64D01474}" type="presOf" srcId="{7FB90062-BA94-4031-ADA8-72766DD6726D}" destId="{89EB7604-18FD-4FB7-9C4C-15268E025804}" srcOrd="0" destOrd="1" presId="urn:microsoft.com/office/officeart/2005/8/layout/vList2"/>
    <dgm:cxn modelId="{35CA01A2-594B-45F4-A330-4B59E85EF45D}" type="presOf" srcId="{FDC6F828-F8DA-4C77-997B-1162DB12B957}" destId="{89EB7604-18FD-4FB7-9C4C-15268E025804}" srcOrd="0" destOrd="0" presId="urn:microsoft.com/office/officeart/2005/8/layout/vList2"/>
    <dgm:cxn modelId="{159834B7-B5DC-4408-A1C7-BE1ACC96117E}" type="presOf" srcId="{C64D33FC-D851-49E3-8043-F799C82BF937}" destId="{B2146E2B-AC55-44C3-801C-7316C9BF9D9B}" srcOrd="0" destOrd="0" presId="urn:microsoft.com/office/officeart/2005/8/layout/vList2"/>
    <dgm:cxn modelId="{DDBF82B8-9C8D-4E26-84F9-3F156A59314E}" srcId="{37201134-BEC0-4142-8ED4-750A9C0ACE7B}" destId="{D870EFC3-5056-4545-877C-E94C26A64931}" srcOrd="1" destOrd="0" parTransId="{33A70954-BA2B-47FD-A8B6-1A82C4FFEC16}" sibTransId="{E15A14CF-6689-4E6E-A0DE-54401BDCDBC3}"/>
    <dgm:cxn modelId="{C0E554E1-ACE5-43F8-B83E-4E9C7AC40992}" type="presOf" srcId="{C3389608-0FE8-49B4-83C9-90BA7B6D137A}" destId="{F637C8D8-F55A-4FF7-8461-381D74BB8DD0}" srcOrd="0" destOrd="0" presId="urn:microsoft.com/office/officeart/2005/8/layout/vList2"/>
    <dgm:cxn modelId="{9D96A2EA-B914-43F2-9A0D-D3D1707F7C9D}" srcId="{37201134-BEC0-4142-8ED4-750A9C0ACE7B}" destId="{C3389608-0FE8-49B4-83C9-90BA7B6D137A}" srcOrd="0" destOrd="0" parTransId="{7B7B56E5-DF19-4F33-ABC1-76170C14402B}" sibTransId="{1455EB56-EAE1-4C69-A9C0-38FB5B1D2B4B}"/>
    <dgm:cxn modelId="{32F5BC2D-147E-4565-9BB3-B16F6935D0A2}" type="presParOf" srcId="{F7F7566C-CF64-4601-A3F0-510B42BDDD60}" destId="{F637C8D8-F55A-4FF7-8461-381D74BB8DD0}" srcOrd="0" destOrd="0" presId="urn:microsoft.com/office/officeart/2005/8/layout/vList2"/>
    <dgm:cxn modelId="{BF8727A2-8227-4EB8-ABE9-A3F88E66ABAA}" type="presParOf" srcId="{F7F7566C-CF64-4601-A3F0-510B42BDDD60}" destId="{B2146E2B-AC55-44C3-801C-7316C9BF9D9B}" srcOrd="1" destOrd="0" presId="urn:microsoft.com/office/officeart/2005/8/layout/vList2"/>
    <dgm:cxn modelId="{691A1CB5-BC2E-479C-92D7-0090A37A26FF}" type="presParOf" srcId="{F7F7566C-CF64-4601-A3F0-510B42BDDD60}" destId="{DBC0A8BD-647B-425A-8852-12DB95BA59C1}" srcOrd="2" destOrd="0" presId="urn:microsoft.com/office/officeart/2005/8/layout/vList2"/>
    <dgm:cxn modelId="{D889CCAB-692E-4022-9E54-D7A1F0DEAFE3}" type="presParOf" srcId="{F7F7566C-CF64-4601-A3F0-510B42BDDD60}" destId="{89EB7604-18FD-4FB7-9C4C-15268E02580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201134-BEC0-4142-8ED4-750A9C0ACE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389608-0FE8-49B4-83C9-90BA7B6D137A}">
      <dgm:prSet custT="1"/>
      <dgm:spPr/>
      <dgm:t>
        <a:bodyPr/>
        <a:lstStyle/>
        <a:p>
          <a:r>
            <a:rPr lang="it-IT" sz="2000" noProof="0" dirty="0"/>
            <a:t>Implementazione di </a:t>
          </a:r>
          <a:r>
            <a:rPr lang="it-IT" sz="2000" b="1" noProof="0" dirty="0" err="1"/>
            <a:t>cargorobot</a:t>
          </a:r>
          <a:r>
            <a:rPr lang="it-IT" sz="2000" noProof="0" dirty="0"/>
            <a:t>:</a:t>
          </a:r>
        </a:p>
      </dgm:t>
    </dgm:pt>
    <dgm:pt modelId="{7B7B56E5-DF19-4F33-ABC1-76170C14402B}" type="parTrans" cxnId="{9D96A2EA-B914-43F2-9A0D-D3D1707F7C9D}">
      <dgm:prSet/>
      <dgm:spPr/>
      <dgm:t>
        <a:bodyPr/>
        <a:lstStyle/>
        <a:p>
          <a:endParaRPr lang="en-US"/>
        </a:p>
      </dgm:t>
    </dgm:pt>
    <dgm:pt modelId="{1455EB56-EAE1-4C69-A9C0-38FB5B1D2B4B}" type="sibTrans" cxnId="{9D96A2EA-B914-43F2-9A0D-D3D1707F7C9D}">
      <dgm:prSet/>
      <dgm:spPr/>
      <dgm:t>
        <a:bodyPr/>
        <a:lstStyle/>
        <a:p>
          <a:endParaRPr lang="en-US"/>
        </a:p>
      </dgm:t>
    </dgm:pt>
    <dgm:pt modelId="{C64D33FC-D851-49E3-8043-F799C82BF937}">
      <dgm:prSet custT="1"/>
      <dgm:spPr/>
      <dgm:t>
        <a:bodyPr/>
        <a:lstStyle/>
        <a:p>
          <a:pPr>
            <a:buFontTx/>
            <a:buNone/>
          </a:pPr>
          <a:r>
            <a:rPr lang="it-IT" sz="1800" b="0" noProof="0" dirty="0"/>
            <a:t>Gestione della richiesta suddivisa in fasi:</a:t>
          </a:r>
        </a:p>
      </dgm:t>
    </dgm:pt>
    <dgm:pt modelId="{95B8A35B-C7FE-4BFF-8134-6B076EE12BB4}" type="parTrans" cxnId="{CD6D230B-C35D-4411-9E83-15ED0E2ADDBD}">
      <dgm:prSet/>
      <dgm:spPr/>
      <dgm:t>
        <a:bodyPr/>
        <a:lstStyle/>
        <a:p>
          <a:endParaRPr lang="en-US"/>
        </a:p>
      </dgm:t>
    </dgm:pt>
    <dgm:pt modelId="{29D72FD3-9AB1-483B-BEDE-688205ED8B06}" type="sibTrans" cxnId="{CD6D230B-C35D-4411-9E83-15ED0E2ADDBD}">
      <dgm:prSet/>
      <dgm:spPr/>
      <dgm:t>
        <a:bodyPr/>
        <a:lstStyle/>
        <a:p>
          <a:endParaRPr lang="en-US"/>
        </a:p>
      </dgm:t>
    </dgm:pt>
    <dgm:pt modelId="{D870EFC3-5056-4545-877C-E94C26A64931}">
      <dgm:prSet custT="1"/>
      <dgm:spPr/>
      <dgm:t>
        <a:bodyPr/>
        <a:lstStyle/>
        <a:p>
          <a:r>
            <a:rPr lang="it-IT" sz="2000" noProof="0" dirty="0"/>
            <a:t>Implementazione di </a:t>
          </a:r>
          <a:r>
            <a:rPr lang="it-IT" sz="2000" b="1" noProof="0" dirty="0" err="1"/>
            <a:t>moveexec</a:t>
          </a:r>
          <a:r>
            <a:rPr lang="it-IT" sz="2000" noProof="0" dirty="0"/>
            <a:t>:</a:t>
          </a:r>
        </a:p>
      </dgm:t>
    </dgm:pt>
    <dgm:pt modelId="{33A70954-BA2B-47FD-A8B6-1A82C4FFEC16}" type="parTrans" cxnId="{DDBF82B8-9C8D-4E26-84F9-3F156A59314E}">
      <dgm:prSet/>
      <dgm:spPr/>
      <dgm:t>
        <a:bodyPr/>
        <a:lstStyle/>
        <a:p>
          <a:endParaRPr lang="en-US"/>
        </a:p>
      </dgm:t>
    </dgm:pt>
    <dgm:pt modelId="{E15A14CF-6689-4E6E-A0DE-54401BDCDBC3}" type="sibTrans" cxnId="{DDBF82B8-9C8D-4E26-84F9-3F156A59314E}">
      <dgm:prSet/>
      <dgm:spPr/>
      <dgm:t>
        <a:bodyPr/>
        <a:lstStyle/>
        <a:p>
          <a:endParaRPr lang="en-US"/>
        </a:p>
      </dgm:t>
    </dgm:pt>
    <dgm:pt modelId="{FDC6F828-F8DA-4C77-997B-1162DB12B957}">
      <dgm:prSet custT="1"/>
      <dgm:spPr/>
      <dgm:t>
        <a:bodyPr/>
        <a:lstStyle/>
        <a:p>
          <a:r>
            <a:rPr lang="it-IT" sz="1800" noProof="0" dirty="0"/>
            <a:t>Inoltro delle richieste di movimento a </a:t>
          </a:r>
          <a:r>
            <a:rPr lang="it-IT" sz="1800" noProof="0" dirty="0" err="1"/>
            <a:t>basicrobot</a:t>
          </a:r>
          <a:endParaRPr lang="it-IT" sz="1800" noProof="0" dirty="0"/>
        </a:p>
      </dgm:t>
    </dgm:pt>
    <dgm:pt modelId="{D0770863-1EE2-4CCA-95E2-09D4BACBD334}" type="parTrans" cxnId="{C914E962-82D0-444C-8BC7-8AF07CA1400E}">
      <dgm:prSet/>
      <dgm:spPr/>
      <dgm:t>
        <a:bodyPr/>
        <a:lstStyle/>
        <a:p>
          <a:endParaRPr lang="en-US"/>
        </a:p>
      </dgm:t>
    </dgm:pt>
    <dgm:pt modelId="{F99A3B2B-16FE-4598-921B-D27CAD5C2E01}" type="sibTrans" cxnId="{C914E962-82D0-444C-8BC7-8AF07CA1400E}">
      <dgm:prSet/>
      <dgm:spPr/>
      <dgm:t>
        <a:bodyPr/>
        <a:lstStyle/>
        <a:p>
          <a:endParaRPr lang="en-US"/>
        </a:p>
      </dgm:t>
    </dgm:pt>
    <dgm:pt modelId="{813B4057-7426-4B17-B554-4E3F0E000AD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sz="1800" b="1" noProof="0" dirty="0"/>
            <a:t>Fase 1</a:t>
          </a:r>
          <a:r>
            <a:rPr lang="it-IT" sz="1800" b="0" noProof="0" dirty="0"/>
            <a:t>: </a:t>
          </a:r>
          <a:r>
            <a:rPr lang="it-IT" sz="1800" b="0" i="0" noProof="0" dirty="0"/>
            <a:t>raggiungimento dell'</a:t>
          </a:r>
          <a:r>
            <a:rPr lang="it-IT" sz="1800" b="0" i="0" noProof="0" dirty="0" err="1"/>
            <a:t>IOPort</a:t>
          </a:r>
          <a:endParaRPr lang="it-IT" sz="1800" b="0" noProof="0" dirty="0"/>
        </a:p>
      </dgm:t>
    </dgm:pt>
    <dgm:pt modelId="{D91DA741-1B82-433B-AA54-56AC81C25BE6}" type="parTrans" cxnId="{11C37211-97F9-4A62-A2CA-4C5D0CADD267}">
      <dgm:prSet/>
      <dgm:spPr/>
      <dgm:t>
        <a:bodyPr/>
        <a:lstStyle/>
        <a:p>
          <a:endParaRPr lang="it-IT"/>
        </a:p>
      </dgm:t>
    </dgm:pt>
    <dgm:pt modelId="{300FB01D-5672-451F-AB4E-2871EECE2714}" type="sibTrans" cxnId="{11C37211-97F9-4A62-A2CA-4C5D0CADD267}">
      <dgm:prSet/>
      <dgm:spPr/>
      <dgm:t>
        <a:bodyPr/>
        <a:lstStyle/>
        <a:p>
          <a:endParaRPr lang="it-IT"/>
        </a:p>
      </dgm:t>
    </dgm:pt>
    <dgm:pt modelId="{BBC1EDB5-3C0F-4DC0-AEE2-42E32DFD694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sz="1800" b="1" noProof="0" dirty="0"/>
            <a:t>Fase 2</a:t>
          </a:r>
          <a:r>
            <a:rPr lang="it-IT" sz="1800" b="0" noProof="0" dirty="0"/>
            <a:t>: raggiungimento della </a:t>
          </a:r>
          <a:r>
            <a:rPr lang="it-IT" sz="1800" b="0" noProof="0" dirty="0" err="1"/>
            <a:t>Unload</a:t>
          </a:r>
          <a:r>
            <a:rPr lang="it-IT" sz="1800" b="0" noProof="0" dirty="0"/>
            <a:t> Position dello Slot</a:t>
          </a:r>
        </a:p>
      </dgm:t>
    </dgm:pt>
    <dgm:pt modelId="{4E8F6F27-2187-4E13-8BEC-15D02BAAD9F9}" type="parTrans" cxnId="{56E41694-524E-442F-A254-B8316E9E74FC}">
      <dgm:prSet/>
      <dgm:spPr/>
      <dgm:t>
        <a:bodyPr/>
        <a:lstStyle/>
        <a:p>
          <a:endParaRPr lang="it-IT"/>
        </a:p>
      </dgm:t>
    </dgm:pt>
    <dgm:pt modelId="{F198E01C-6C61-4D78-9638-D6A73E5B8004}" type="sibTrans" cxnId="{56E41694-524E-442F-A254-B8316E9E74FC}">
      <dgm:prSet/>
      <dgm:spPr/>
      <dgm:t>
        <a:bodyPr/>
        <a:lstStyle/>
        <a:p>
          <a:endParaRPr lang="it-IT"/>
        </a:p>
      </dgm:t>
    </dgm:pt>
    <dgm:pt modelId="{08905D69-B622-4653-A5C3-7B572AAAD2E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sz="1800" b="1" noProof="0" dirty="0"/>
            <a:t>Fase 3</a:t>
          </a:r>
          <a:r>
            <a:rPr lang="it-IT" sz="1800" b="0" noProof="0" dirty="0"/>
            <a:t>: ritorno alla Home</a:t>
          </a:r>
        </a:p>
      </dgm:t>
    </dgm:pt>
    <dgm:pt modelId="{397C4062-82FB-4D11-AC0A-315B0A418EA3}" type="parTrans" cxnId="{E21BE144-7B3F-45A4-A859-961EF1F36FBE}">
      <dgm:prSet/>
      <dgm:spPr/>
      <dgm:t>
        <a:bodyPr/>
        <a:lstStyle/>
        <a:p>
          <a:endParaRPr lang="it-IT"/>
        </a:p>
      </dgm:t>
    </dgm:pt>
    <dgm:pt modelId="{524F0B72-336C-4A2F-BC3A-769C1D1993CE}" type="sibTrans" cxnId="{E21BE144-7B3F-45A4-A859-961EF1F36FBE}">
      <dgm:prSet/>
      <dgm:spPr/>
      <dgm:t>
        <a:bodyPr/>
        <a:lstStyle/>
        <a:p>
          <a:endParaRPr lang="it-IT"/>
        </a:p>
      </dgm:t>
    </dgm:pt>
    <dgm:pt modelId="{67AEDFFD-394D-46C7-BBE4-105C0CD06EF1}">
      <dgm:prSet custT="1"/>
      <dgm:spPr/>
      <dgm:t>
        <a:bodyPr/>
        <a:lstStyle/>
        <a:p>
          <a:r>
            <a:rPr lang="it-IT" sz="1800" b="1" noProof="0" dirty="0"/>
            <a:t>Gestione dell’interruzione </a:t>
          </a:r>
          <a:r>
            <a:rPr lang="it-IT" sz="1800" noProof="0" dirty="0"/>
            <a:t>dello spostamento del robot in caso di </a:t>
          </a:r>
          <a:r>
            <a:rPr lang="it-IT" sz="1800" noProof="0" dirty="0" err="1"/>
            <a:t>sonarfailure</a:t>
          </a:r>
          <a:endParaRPr lang="it-IT" sz="1800" noProof="0" dirty="0"/>
        </a:p>
      </dgm:t>
    </dgm:pt>
    <dgm:pt modelId="{111AF287-BBC5-411B-988E-BF7E19032BEA}" type="parTrans" cxnId="{900B018B-0659-4D6D-BCB0-29599E7500F8}">
      <dgm:prSet/>
      <dgm:spPr/>
      <dgm:t>
        <a:bodyPr/>
        <a:lstStyle/>
        <a:p>
          <a:endParaRPr lang="it-IT"/>
        </a:p>
      </dgm:t>
    </dgm:pt>
    <dgm:pt modelId="{55551283-AF9D-488A-B013-DF26E0BA1E7F}" type="sibTrans" cxnId="{900B018B-0659-4D6D-BCB0-29599E7500F8}">
      <dgm:prSet/>
      <dgm:spPr/>
      <dgm:t>
        <a:bodyPr/>
        <a:lstStyle/>
        <a:p>
          <a:endParaRPr lang="it-IT"/>
        </a:p>
      </dgm:t>
    </dgm:pt>
    <dgm:pt modelId="{F7F7566C-CF64-4601-A3F0-510B42BDDD60}" type="pres">
      <dgm:prSet presAssocID="{37201134-BEC0-4142-8ED4-750A9C0ACE7B}" presName="linear" presStyleCnt="0">
        <dgm:presLayoutVars>
          <dgm:animLvl val="lvl"/>
          <dgm:resizeHandles val="exact"/>
        </dgm:presLayoutVars>
      </dgm:prSet>
      <dgm:spPr/>
    </dgm:pt>
    <dgm:pt modelId="{F637C8D8-F55A-4FF7-8461-381D74BB8DD0}" type="pres">
      <dgm:prSet presAssocID="{C3389608-0FE8-49B4-83C9-90BA7B6D137A}" presName="parentText" presStyleLbl="node1" presStyleIdx="0" presStyleCnt="2" custScaleX="100000" custScaleY="43195" custLinFactNeighborY="-15896">
        <dgm:presLayoutVars>
          <dgm:chMax val="0"/>
          <dgm:bulletEnabled val="1"/>
        </dgm:presLayoutVars>
      </dgm:prSet>
      <dgm:spPr/>
    </dgm:pt>
    <dgm:pt modelId="{B2146E2B-AC55-44C3-801C-7316C9BF9D9B}" type="pres">
      <dgm:prSet presAssocID="{C3389608-0FE8-49B4-83C9-90BA7B6D137A}" presName="childText" presStyleLbl="revTx" presStyleIdx="0" presStyleCnt="2" custScaleY="111346" custLinFactNeighborY="-19640">
        <dgm:presLayoutVars>
          <dgm:bulletEnabled val="1"/>
        </dgm:presLayoutVars>
      </dgm:prSet>
      <dgm:spPr/>
    </dgm:pt>
    <dgm:pt modelId="{DBC0A8BD-647B-425A-8852-12DB95BA59C1}" type="pres">
      <dgm:prSet presAssocID="{D870EFC3-5056-4545-877C-E94C26A64931}" presName="parentText" presStyleLbl="node1" presStyleIdx="1" presStyleCnt="2" custScaleY="43195" custLinFactNeighborY="-18533">
        <dgm:presLayoutVars>
          <dgm:chMax val="0"/>
          <dgm:bulletEnabled val="1"/>
        </dgm:presLayoutVars>
      </dgm:prSet>
      <dgm:spPr/>
    </dgm:pt>
    <dgm:pt modelId="{89EB7604-18FD-4FB7-9C4C-15268E025804}" type="pres">
      <dgm:prSet presAssocID="{D870EFC3-5056-4545-877C-E94C26A64931}" presName="childText" presStyleLbl="revTx" presStyleIdx="1" presStyleCnt="2" custLinFactNeighborY="-17386">
        <dgm:presLayoutVars>
          <dgm:bulletEnabled val="1"/>
        </dgm:presLayoutVars>
      </dgm:prSet>
      <dgm:spPr/>
    </dgm:pt>
  </dgm:ptLst>
  <dgm:cxnLst>
    <dgm:cxn modelId="{CD6D230B-C35D-4411-9E83-15ED0E2ADDBD}" srcId="{C3389608-0FE8-49B4-83C9-90BA7B6D137A}" destId="{C64D33FC-D851-49E3-8043-F799C82BF937}" srcOrd="0" destOrd="0" parTransId="{95B8A35B-C7FE-4BFF-8134-6B076EE12BB4}" sibTransId="{29D72FD3-9AB1-483B-BEDE-688205ED8B06}"/>
    <dgm:cxn modelId="{11C37211-97F9-4A62-A2CA-4C5D0CADD267}" srcId="{C3389608-0FE8-49B4-83C9-90BA7B6D137A}" destId="{813B4057-7426-4B17-B554-4E3F0E000ADF}" srcOrd="1" destOrd="0" parTransId="{D91DA741-1B82-433B-AA54-56AC81C25BE6}" sibTransId="{300FB01D-5672-451F-AB4E-2871EECE2714}"/>
    <dgm:cxn modelId="{1538E727-67E3-432C-B905-25F765BBC2AB}" type="presOf" srcId="{BBC1EDB5-3C0F-4DC0-AEE2-42E32DFD6943}" destId="{B2146E2B-AC55-44C3-801C-7316C9BF9D9B}" srcOrd="0" destOrd="2" presId="urn:microsoft.com/office/officeart/2005/8/layout/vList2"/>
    <dgm:cxn modelId="{7CDB4F36-8D0E-4181-B010-361298D14910}" type="presOf" srcId="{D870EFC3-5056-4545-877C-E94C26A64931}" destId="{DBC0A8BD-647B-425A-8852-12DB95BA59C1}" srcOrd="0" destOrd="0" presId="urn:microsoft.com/office/officeart/2005/8/layout/vList2"/>
    <dgm:cxn modelId="{C914E962-82D0-444C-8BC7-8AF07CA1400E}" srcId="{D870EFC3-5056-4545-877C-E94C26A64931}" destId="{FDC6F828-F8DA-4C77-997B-1162DB12B957}" srcOrd="0" destOrd="0" parTransId="{D0770863-1EE2-4CCA-95E2-09D4BACBD334}" sibTransId="{F99A3B2B-16FE-4598-921B-D27CAD5C2E01}"/>
    <dgm:cxn modelId="{E21BE144-7B3F-45A4-A859-961EF1F36FBE}" srcId="{C3389608-0FE8-49B4-83C9-90BA7B6D137A}" destId="{08905D69-B622-4653-A5C3-7B572AAAD2E8}" srcOrd="3" destOrd="0" parTransId="{397C4062-82FB-4D11-AC0A-315B0A418EA3}" sibTransId="{524F0B72-336C-4A2F-BC3A-769C1D1993CE}"/>
    <dgm:cxn modelId="{FCA02C56-C7C8-41F4-B10F-79939463F6EB}" type="presOf" srcId="{37201134-BEC0-4142-8ED4-750A9C0ACE7B}" destId="{F7F7566C-CF64-4601-A3F0-510B42BDDD60}" srcOrd="0" destOrd="0" presId="urn:microsoft.com/office/officeart/2005/8/layout/vList2"/>
    <dgm:cxn modelId="{488E2D79-6C45-4760-A961-B1563F742172}" type="presOf" srcId="{08905D69-B622-4653-A5C3-7B572AAAD2E8}" destId="{B2146E2B-AC55-44C3-801C-7316C9BF9D9B}" srcOrd="0" destOrd="3" presId="urn:microsoft.com/office/officeart/2005/8/layout/vList2"/>
    <dgm:cxn modelId="{900B018B-0659-4D6D-BCB0-29599E7500F8}" srcId="{D870EFC3-5056-4545-877C-E94C26A64931}" destId="{67AEDFFD-394D-46C7-BBE4-105C0CD06EF1}" srcOrd="1" destOrd="0" parTransId="{111AF287-BBC5-411B-988E-BF7E19032BEA}" sibTransId="{55551283-AF9D-488A-B013-DF26E0BA1E7F}"/>
    <dgm:cxn modelId="{56E41694-524E-442F-A254-B8316E9E74FC}" srcId="{C3389608-0FE8-49B4-83C9-90BA7B6D137A}" destId="{BBC1EDB5-3C0F-4DC0-AEE2-42E32DFD6943}" srcOrd="2" destOrd="0" parTransId="{4E8F6F27-2187-4E13-8BEC-15D02BAAD9F9}" sibTransId="{F198E01C-6C61-4D78-9638-D6A73E5B8004}"/>
    <dgm:cxn modelId="{35CA01A2-594B-45F4-A330-4B59E85EF45D}" type="presOf" srcId="{FDC6F828-F8DA-4C77-997B-1162DB12B957}" destId="{89EB7604-18FD-4FB7-9C4C-15268E025804}" srcOrd="0" destOrd="0" presId="urn:microsoft.com/office/officeart/2005/8/layout/vList2"/>
    <dgm:cxn modelId="{351EE1AF-F4FE-4CE0-9A0C-0F6283238C47}" type="presOf" srcId="{67AEDFFD-394D-46C7-BBE4-105C0CD06EF1}" destId="{89EB7604-18FD-4FB7-9C4C-15268E025804}" srcOrd="0" destOrd="1" presId="urn:microsoft.com/office/officeart/2005/8/layout/vList2"/>
    <dgm:cxn modelId="{159834B7-B5DC-4408-A1C7-BE1ACC96117E}" type="presOf" srcId="{C64D33FC-D851-49E3-8043-F799C82BF937}" destId="{B2146E2B-AC55-44C3-801C-7316C9BF9D9B}" srcOrd="0" destOrd="0" presId="urn:microsoft.com/office/officeart/2005/8/layout/vList2"/>
    <dgm:cxn modelId="{DDBF82B8-9C8D-4E26-84F9-3F156A59314E}" srcId="{37201134-BEC0-4142-8ED4-750A9C0ACE7B}" destId="{D870EFC3-5056-4545-877C-E94C26A64931}" srcOrd="1" destOrd="0" parTransId="{33A70954-BA2B-47FD-A8B6-1A82C4FFEC16}" sibTransId="{E15A14CF-6689-4E6E-A0DE-54401BDCDBC3}"/>
    <dgm:cxn modelId="{C0E554E1-ACE5-43F8-B83E-4E9C7AC40992}" type="presOf" srcId="{C3389608-0FE8-49B4-83C9-90BA7B6D137A}" destId="{F637C8D8-F55A-4FF7-8461-381D74BB8DD0}" srcOrd="0" destOrd="0" presId="urn:microsoft.com/office/officeart/2005/8/layout/vList2"/>
    <dgm:cxn modelId="{9D96A2EA-B914-43F2-9A0D-D3D1707F7C9D}" srcId="{37201134-BEC0-4142-8ED4-750A9C0ACE7B}" destId="{C3389608-0FE8-49B4-83C9-90BA7B6D137A}" srcOrd="0" destOrd="0" parTransId="{7B7B56E5-DF19-4F33-ABC1-76170C14402B}" sibTransId="{1455EB56-EAE1-4C69-A9C0-38FB5B1D2B4B}"/>
    <dgm:cxn modelId="{0DB5FEF8-F63D-4C32-8CD1-65A06D4C234D}" type="presOf" srcId="{813B4057-7426-4B17-B554-4E3F0E000ADF}" destId="{B2146E2B-AC55-44C3-801C-7316C9BF9D9B}" srcOrd="0" destOrd="1" presId="urn:microsoft.com/office/officeart/2005/8/layout/vList2"/>
    <dgm:cxn modelId="{32F5BC2D-147E-4565-9BB3-B16F6935D0A2}" type="presParOf" srcId="{F7F7566C-CF64-4601-A3F0-510B42BDDD60}" destId="{F637C8D8-F55A-4FF7-8461-381D74BB8DD0}" srcOrd="0" destOrd="0" presId="urn:microsoft.com/office/officeart/2005/8/layout/vList2"/>
    <dgm:cxn modelId="{BF8727A2-8227-4EB8-ABE9-A3F88E66ABAA}" type="presParOf" srcId="{F7F7566C-CF64-4601-A3F0-510B42BDDD60}" destId="{B2146E2B-AC55-44C3-801C-7316C9BF9D9B}" srcOrd="1" destOrd="0" presId="urn:microsoft.com/office/officeart/2005/8/layout/vList2"/>
    <dgm:cxn modelId="{691A1CB5-BC2E-479C-92D7-0090A37A26FF}" type="presParOf" srcId="{F7F7566C-CF64-4601-A3F0-510B42BDDD60}" destId="{DBC0A8BD-647B-425A-8852-12DB95BA59C1}" srcOrd="2" destOrd="0" presId="urn:microsoft.com/office/officeart/2005/8/layout/vList2"/>
    <dgm:cxn modelId="{D889CCAB-692E-4022-9E54-D7A1F0DEAFE3}" type="presParOf" srcId="{F7F7566C-CF64-4601-A3F0-510B42BDDD60}" destId="{89EB7604-18FD-4FB7-9C4C-15268E02580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7201134-BEC0-4142-8ED4-750A9C0ACE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389608-0FE8-49B4-83C9-90BA7B6D137A}">
      <dgm:prSet custT="1"/>
      <dgm:spPr/>
      <dgm:t>
        <a:bodyPr/>
        <a:lstStyle/>
        <a:p>
          <a:r>
            <a:rPr lang="it-IT" sz="2000" noProof="0" dirty="0"/>
            <a:t>Modellazione di </a:t>
          </a:r>
          <a:r>
            <a:rPr lang="it-IT" sz="2000" b="1" noProof="0" dirty="0" err="1"/>
            <a:t>sonardevice</a:t>
          </a:r>
          <a:r>
            <a:rPr lang="it-IT" sz="2000" noProof="0" dirty="0"/>
            <a:t>:</a:t>
          </a:r>
        </a:p>
      </dgm:t>
    </dgm:pt>
    <dgm:pt modelId="{7B7B56E5-DF19-4F33-ABC1-76170C14402B}" type="parTrans" cxnId="{9D96A2EA-B914-43F2-9A0D-D3D1707F7C9D}">
      <dgm:prSet/>
      <dgm:spPr/>
      <dgm:t>
        <a:bodyPr/>
        <a:lstStyle/>
        <a:p>
          <a:endParaRPr lang="en-US"/>
        </a:p>
      </dgm:t>
    </dgm:pt>
    <dgm:pt modelId="{1455EB56-EAE1-4C69-A9C0-38FB5B1D2B4B}" type="sibTrans" cxnId="{9D96A2EA-B914-43F2-9A0D-D3D1707F7C9D}">
      <dgm:prSet/>
      <dgm:spPr/>
      <dgm:t>
        <a:bodyPr/>
        <a:lstStyle/>
        <a:p>
          <a:endParaRPr lang="en-US"/>
        </a:p>
      </dgm:t>
    </dgm:pt>
    <dgm:pt modelId="{C64D33FC-D851-49E3-8043-F799C82BF937}">
      <dgm:prSet custT="1"/>
      <dgm:spPr/>
      <dgm:t>
        <a:bodyPr/>
        <a:lstStyle/>
        <a:p>
          <a:r>
            <a:rPr lang="it-IT" sz="1800" b="0" noProof="0" dirty="0"/>
            <a:t>Componente incaricato della </a:t>
          </a:r>
          <a:r>
            <a:rPr lang="it-IT" sz="1800" b="1" noProof="0" dirty="0"/>
            <a:t>misurazione delle distanze</a:t>
          </a:r>
        </a:p>
      </dgm:t>
    </dgm:pt>
    <dgm:pt modelId="{95B8A35B-C7FE-4BFF-8134-6B076EE12BB4}" type="parTrans" cxnId="{CD6D230B-C35D-4411-9E83-15ED0E2ADDBD}">
      <dgm:prSet/>
      <dgm:spPr/>
      <dgm:t>
        <a:bodyPr/>
        <a:lstStyle/>
        <a:p>
          <a:endParaRPr lang="en-US"/>
        </a:p>
      </dgm:t>
    </dgm:pt>
    <dgm:pt modelId="{29D72FD3-9AB1-483B-BEDE-688205ED8B06}" type="sibTrans" cxnId="{CD6D230B-C35D-4411-9E83-15ED0E2ADDBD}">
      <dgm:prSet/>
      <dgm:spPr/>
      <dgm:t>
        <a:bodyPr/>
        <a:lstStyle/>
        <a:p>
          <a:endParaRPr lang="en-US"/>
        </a:p>
      </dgm:t>
    </dgm:pt>
    <dgm:pt modelId="{D870EFC3-5056-4545-877C-E94C26A64931}">
      <dgm:prSet custT="1"/>
      <dgm:spPr/>
      <dgm:t>
        <a:bodyPr/>
        <a:lstStyle/>
        <a:p>
          <a:r>
            <a:rPr lang="it-IT" sz="2000" noProof="0" dirty="0"/>
            <a:t>Modellazione di </a:t>
          </a:r>
          <a:r>
            <a:rPr lang="it-IT" sz="2000" b="1" noProof="0" dirty="0"/>
            <a:t>sonar</a:t>
          </a:r>
          <a:r>
            <a:rPr lang="it-IT" sz="2000" noProof="0" dirty="0"/>
            <a:t>:</a:t>
          </a:r>
        </a:p>
      </dgm:t>
    </dgm:pt>
    <dgm:pt modelId="{33A70954-BA2B-47FD-A8B6-1A82C4FFEC16}" type="parTrans" cxnId="{DDBF82B8-9C8D-4E26-84F9-3F156A59314E}">
      <dgm:prSet/>
      <dgm:spPr/>
      <dgm:t>
        <a:bodyPr/>
        <a:lstStyle/>
        <a:p>
          <a:endParaRPr lang="en-US"/>
        </a:p>
      </dgm:t>
    </dgm:pt>
    <dgm:pt modelId="{E15A14CF-6689-4E6E-A0DE-54401BDCDBC3}" type="sibTrans" cxnId="{DDBF82B8-9C8D-4E26-84F9-3F156A59314E}">
      <dgm:prSet/>
      <dgm:spPr/>
      <dgm:t>
        <a:bodyPr/>
        <a:lstStyle/>
        <a:p>
          <a:endParaRPr lang="en-US"/>
        </a:p>
      </dgm:t>
    </dgm:pt>
    <dgm:pt modelId="{5E864119-3314-45F8-8537-C69FDCC6C272}">
      <dgm:prSet custT="1"/>
      <dgm:spPr/>
      <dgm:t>
        <a:bodyPr/>
        <a:lstStyle/>
        <a:p>
          <a:r>
            <a:rPr lang="it-IT" sz="2000" noProof="0" dirty="0"/>
            <a:t>Modellazione di </a:t>
          </a:r>
          <a:r>
            <a:rPr lang="it-IT" sz="2000" b="1" noProof="0" dirty="0"/>
            <a:t>led</a:t>
          </a:r>
          <a:r>
            <a:rPr lang="it-IT" sz="2000" noProof="0" dirty="0"/>
            <a:t>:</a:t>
          </a:r>
        </a:p>
      </dgm:t>
    </dgm:pt>
    <dgm:pt modelId="{C3E1470E-7A1E-408D-91DD-C75C9CB41F4B}" type="parTrans" cxnId="{9A4C621E-FE98-4139-8A00-62A727BB2138}">
      <dgm:prSet/>
      <dgm:spPr/>
      <dgm:t>
        <a:bodyPr/>
        <a:lstStyle/>
        <a:p>
          <a:endParaRPr lang="it-IT"/>
        </a:p>
      </dgm:t>
    </dgm:pt>
    <dgm:pt modelId="{72ECF3AA-1C07-4055-B8CE-E73EC67E66FC}" type="sibTrans" cxnId="{9A4C621E-FE98-4139-8A00-62A727BB2138}">
      <dgm:prSet/>
      <dgm:spPr/>
      <dgm:t>
        <a:bodyPr/>
        <a:lstStyle/>
        <a:p>
          <a:endParaRPr lang="it-IT"/>
        </a:p>
      </dgm:t>
    </dgm:pt>
    <dgm:pt modelId="{8683BD1B-AEB5-4588-9850-E6CA1BE803EA}">
      <dgm:prSet custT="1"/>
      <dgm:spPr/>
      <dgm:t>
        <a:bodyPr/>
        <a:lstStyle/>
        <a:p>
          <a:r>
            <a:rPr lang="it-IT" sz="1800" noProof="0" dirty="0"/>
            <a:t>Gestione dello </a:t>
          </a:r>
          <a:r>
            <a:rPr lang="it-IT" sz="1800" b="1" noProof="0" dirty="0"/>
            <a:t>stato del LED</a:t>
          </a:r>
        </a:p>
      </dgm:t>
    </dgm:pt>
    <dgm:pt modelId="{3CFC4576-1261-43F0-89D3-F79666880184}" type="parTrans" cxnId="{42DD9CFB-9DCA-4ECB-99B4-0211235ED4A4}">
      <dgm:prSet/>
      <dgm:spPr/>
      <dgm:t>
        <a:bodyPr/>
        <a:lstStyle/>
        <a:p>
          <a:endParaRPr lang="it-IT"/>
        </a:p>
      </dgm:t>
    </dgm:pt>
    <dgm:pt modelId="{C35956DE-5E8E-45B4-B3C1-367E5FC62DDF}" type="sibTrans" cxnId="{42DD9CFB-9DCA-4ECB-99B4-0211235ED4A4}">
      <dgm:prSet/>
      <dgm:spPr/>
      <dgm:t>
        <a:bodyPr/>
        <a:lstStyle/>
        <a:p>
          <a:endParaRPr lang="it-IT"/>
        </a:p>
      </dgm:t>
    </dgm:pt>
    <dgm:pt modelId="{7FB90062-BA94-4031-ADA8-72766DD6726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sz="1800" b="1" i="0" dirty="0"/>
            <a:t>Valutazione delle misurazioni </a:t>
          </a:r>
          <a:r>
            <a:rPr lang="it-IT" sz="1800" b="0" i="0" dirty="0"/>
            <a:t>effettuate</a:t>
          </a:r>
          <a:endParaRPr lang="it-IT" sz="1800" b="0" noProof="0" dirty="0"/>
        </a:p>
      </dgm:t>
    </dgm:pt>
    <dgm:pt modelId="{7E836EAB-FC09-4B33-B8AC-B7A297E2D47C}" type="parTrans" cxnId="{5E75D40B-ABE6-4EDC-B308-D6B72C8CB0A0}">
      <dgm:prSet/>
      <dgm:spPr/>
      <dgm:t>
        <a:bodyPr/>
        <a:lstStyle/>
        <a:p>
          <a:endParaRPr lang="it-IT"/>
        </a:p>
      </dgm:t>
    </dgm:pt>
    <dgm:pt modelId="{362E945C-8FD9-4B3F-B7A6-414D1723FD6E}" type="sibTrans" cxnId="{5E75D40B-ABE6-4EDC-B308-D6B72C8CB0A0}">
      <dgm:prSet/>
      <dgm:spPr/>
      <dgm:t>
        <a:bodyPr/>
        <a:lstStyle/>
        <a:p>
          <a:endParaRPr lang="it-IT"/>
        </a:p>
      </dgm:t>
    </dgm:pt>
    <dgm:pt modelId="{F7F7566C-CF64-4601-A3F0-510B42BDDD60}" type="pres">
      <dgm:prSet presAssocID="{37201134-BEC0-4142-8ED4-750A9C0ACE7B}" presName="linear" presStyleCnt="0">
        <dgm:presLayoutVars>
          <dgm:animLvl val="lvl"/>
          <dgm:resizeHandles val="exact"/>
        </dgm:presLayoutVars>
      </dgm:prSet>
      <dgm:spPr/>
    </dgm:pt>
    <dgm:pt modelId="{F637C8D8-F55A-4FF7-8461-381D74BB8DD0}" type="pres">
      <dgm:prSet presAssocID="{C3389608-0FE8-49B4-83C9-90BA7B6D137A}" presName="parentText" presStyleLbl="node1" presStyleIdx="0" presStyleCnt="3" custScaleY="43195" custLinFactNeighborY="-88265">
        <dgm:presLayoutVars>
          <dgm:chMax val="0"/>
          <dgm:bulletEnabled val="1"/>
        </dgm:presLayoutVars>
      </dgm:prSet>
      <dgm:spPr/>
    </dgm:pt>
    <dgm:pt modelId="{B2146E2B-AC55-44C3-801C-7316C9BF9D9B}" type="pres">
      <dgm:prSet presAssocID="{C3389608-0FE8-49B4-83C9-90BA7B6D137A}" presName="childText" presStyleLbl="revTx" presStyleIdx="0" presStyleCnt="3" custScaleY="59842" custLinFactNeighborY="-6006">
        <dgm:presLayoutVars>
          <dgm:bulletEnabled val="1"/>
        </dgm:presLayoutVars>
      </dgm:prSet>
      <dgm:spPr/>
    </dgm:pt>
    <dgm:pt modelId="{DBC0A8BD-647B-425A-8852-12DB95BA59C1}" type="pres">
      <dgm:prSet presAssocID="{D870EFC3-5056-4545-877C-E94C26A64931}" presName="parentText" presStyleLbl="node1" presStyleIdx="1" presStyleCnt="3" custScaleY="43195" custLinFactNeighborY="-6219">
        <dgm:presLayoutVars>
          <dgm:chMax val="0"/>
          <dgm:bulletEnabled val="1"/>
        </dgm:presLayoutVars>
      </dgm:prSet>
      <dgm:spPr/>
    </dgm:pt>
    <dgm:pt modelId="{89EB7604-18FD-4FB7-9C4C-15268E025804}" type="pres">
      <dgm:prSet presAssocID="{D870EFC3-5056-4545-877C-E94C26A64931}" presName="childText" presStyleLbl="revTx" presStyleIdx="1" presStyleCnt="3" custScaleY="87543" custLinFactNeighborY="-4936">
        <dgm:presLayoutVars>
          <dgm:bulletEnabled val="1"/>
        </dgm:presLayoutVars>
      </dgm:prSet>
      <dgm:spPr/>
    </dgm:pt>
    <dgm:pt modelId="{04A91245-6A36-4EE4-9BF5-32E30FD439C7}" type="pres">
      <dgm:prSet presAssocID="{5E864119-3314-45F8-8537-C69FDCC6C272}" presName="parentText" presStyleLbl="node1" presStyleIdx="2" presStyleCnt="3" custScaleY="43195" custLinFactNeighborY="-8427">
        <dgm:presLayoutVars>
          <dgm:chMax val="0"/>
          <dgm:bulletEnabled val="1"/>
        </dgm:presLayoutVars>
      </dgm:prSet>
      <dgm:spPr/>
    </dgm:pt>
    <dgm:pt modelId="{9C2BB904-07E2-4402-B16D-048B98F4E4D8}" type="pres">
      <dgm:prSet presAssocID="{5E864119-3314-45F8-8537-C69FDCC6C272}" presName="childText" presStyleLbl="revTx" presStyleIdx="2" presStyleCnt="3" custLinFactNeighborY="-6734">
        <dgm:presLayoutVars>
          <dgm:bulletEnabled val="1"/>
        </dgm:presLayoutVars>
      </dgm:prSet>
      <dgm:spPr/>
    </dgm:pt>
  </dgm:ptLst>
  <dgm:cxnLst>
    <dgm:cxn modelId="{CD6D230B-C35D-4411-9E83-15ED0E2ADDBD}" srcId="{C3389608-0FE8-49B4-83C9-90BA7B6D137A}" destId="{C64D33FC-D851-49E3-8043-F799C82BF937}" srcOrd="0" destOrd="0" parTransId="{95B8A35B-C7FE-4BFF-8134-6B076EE12BB4}" sibTransId="{29D72FD3-9AB1-483B-BEDE-688205ED8B06}"/>
    <dgm:cxn modelId="{5E75D40B-ABE6-4EDC-B308-D6B72C8CB0A0}" srcId="{D870EFC3-5056-4545-877C-E94C26A64931}" destId="{7FB90062-BA94-4031-ADA8-72766DD6726D}" srcOrd="0" destOrd="0" parTransId="{7E836EAB-FC09-4B33-B8AC-B7A297E2D47C}" sibTransId="{362E945C-8FD9-4B3F-B7A6-414D1723FD6E}"/>
    <dgm:cxn modelId="{9A4C621E-FE98-4139-8A00-62A727BB2138}" srcId="{37201134-BEC0-4142-8ED4-750A9C0ACE7B}" destId="{5E864119-3314-45F8-8537-C69FDCC6C272}" srcOrd="2" destOrd="0" parTransId="{C3E1470E-7A1E-408D-91DD-C75C9CB41F4B}" sibTransId="{72ECF3AA-1C07-4055-B8CE-E73EC67E66FC}"/>
    <dgm:cxn modelId="{26B4C143-65D6-4132-BB00-8BEF8288551E}" type="presOf" srcId="{8683BD1B-AEB5-4588-9850-E6CA1BE803EA}" destId="{9C2BB904-07E2-4402-B16D-048B98F4E4D8}" srcOrd="0" destOrd="0" presId="urn:microsoft.com/office/officeart/2005/8/layout/vList2"/>
    <dgm:cxn modelId="{FCA02C56-C7C8-41F4-B10F-79939463F6EB}" type="presOf" srcId="{37201134-BEC0-4142-8ED4-750A9C0ACE7B}" destId="{F7F7566C-CF64-4601-A3F0-510B42BDDD60}" srcOrd="0" destOrd="0" presId="urn:microsoft.com/office/officeart/2005/8/layout/vList2"/>
    <dgm:cxn modelId="{01959D76-DA08-4AAD-9463-ADCCEC900D61}" type="presOf" srcId="{C64D33FC-D851-49E3-8043-F799C82BF937}" destId="{B2146E2B-AC55-44C3-801C-7316C9BF9D9B}" srcOrd="0" destOrd="0" presId="urn:microsoft.com/office/officeart/2005/8/layout/vList2"/>
    <dgm:cxn modelId="{ED96D3A8-C0CC-4323-9839-123483A68E2B}" type="presOf" srcId="{5E864119-3314-45F8-8537-C69FDCC6C272}" destId="{04A91245-6A36-4EE4-9BF5-32E30FD439C7}" srcOrd="0" destOrd="0" presId="urn:microsoft.com/office/officeart/2005/8/layout/vList2"/>
    <dgm:cxn modelId="{DDBF82B8-9C8D-4E26-84F9-3F156A59314E}" srcId="{37201134-BEC0-4142-8ED4-750A9C0ACE7B}" destId="{D870EFC3-5056-4545-877C-E94C26A64931}" srcOrd="1" destOrd="0" parTransId="{33A70954-BA2B-47FD-A8B6-1A82C4FFEC16}" sibTransId="{E15A14CF-6689-4E6E-A0DE-54401BDCDBC3}"/>
    <dgm:cxn modelId="{D0A76FCF-D82C-47A7-97E4-7CAB79CABAF7}" type="presOf" srcId="{D870EFC3-5056-4545-877C-E94C26A64931}" destId="{DBC0A8BD-647B-425A-8852-12DB95BA59C1}" srcOrd="0" destOrd="0" presId="urn:microsoft.com/office/officeart/2005/8/layout/vList2"/>
    <dgm:cxn modelId="{C4F680D1-C247-4929-AC63-2A1DE36AC1B6}" type="presOf" srcId="{C3389608-0FE8-49B4-83C9-90BA7B6D137A}" destId="{F637C8D8-F55A-4FF7-8461-381D74BB8DD0}" srcOrd="0" destOrd="0" presId="urn:microsoft.com/office/officeart/2005/8/layout/vList2"/>
    <dgm:cxn modelId="{C70986DD-DEDD-460D-9D89-699617EA004E}" type="presOf" srcId="{7FB90062-BA94-4031-ADA8-72766DD6726D}" destId="{89EB7604-18FD-4FB7-9C4C-15268E025804}" srcOrd="0" destOrd="0" presId="urn:microsoft.com/office/officeart/2005/8/layout/vList2"/>
    <dgm:cxn modelId="{9D96A2EA-B914-43F2-9A0D-D3D1707F7C9D}" srcId="{37201134-BEC0-4142-8ED4-750A9C0ACE7B}" destId="{C3389608-0FE8-49B4-83C9-90BA7B6D137A}" srcOrd="0" destOrd="0" parTransId="{7B7B56E5-DF19-4F33-ABC1-76170C14402B}" sibTransId="{1455EB56-EAE1-4C69-A9C0-38FB5B1D2B4B}"/>
    <dgm:cxn modelId="{42DD9CFB-9DCA-4ECB-99B4-0211235ED4A4}" srcId="{5E864119-3314-45F8-8537-C69FDCC6C272}" destId="{8683BD1B-AEB5-4588-9850-E6CA1BE803EA}" srcOrd="0" destOrd="0" parTransId="{3CFC4576-1261-43F0-89D3-F79666880184}" sibTransId="{C35956DE-5E8E-45B4-B3C1-367E5FC62DDF}"/>
    <dgm:cxn modelId="{10163BCE-608F-4557-9602-F28D367D3B22}" type="presParOf" srcId="{F7F7566C-CF64-4601-A3F0-510B42BDDD60}" destId="{F637C8D8-F55A-4FF7-8461-381D74BB8DD0}" srcOrd="0" destOrd="0" presId="urn:microsoft.com/office/officeart/2005/8/layout/vList2"/>
    <dgm:cxn modelId="{B8583972-CC12-4967-82D5-361003E93276}" type="presParOf" srcId="{F7F7566C-CF64-4601-A3F0-510B42BDDD60}" destId="{B2146E2B-AC55-44C3-801C-7316C9BF9D9B}" srcOrd="1" destOrd="0" presId="urn:microsoft.com/office/officeart/2005/8/layout/vList2"/>
    <dgm:cxn modelId="{194F3C3A-5858-4EEC-8A42-819E130FF9F3}" type="presParOf" srcId="{F7F7566C-CF64-4601-A3F0-510B42BDDD60}" destId="{DBC0A8BD-647B-425A-8852-12DB95BA59C1}" srcOrd="2" destOrd="0" presId="urn:microsoft.com/office/officeart/2005/8/layout/vList2"/>
    <dgm:cxn modelId="{8393739D-ADD5-428B-A180-0240CEA4D154}" type="presParOf" srcId="{F7F7566C-CF64-4601-A3F0-510B42BDDD60}" destId="{89EB7604-18FD-4FB7-9C4C-15268E025804}" srcOrd="3" destOrd="0" presId="urn:microsoft.com/office/officeart/2005/8/layout/vList2"/>
    <dgm:cxn modelId="{2FF0EA91-9E89-4616-8582-0E57F9B5DF23}" type="presParOf" srcId="{F7F7566C-CF64-4601-A3F0-510B42BDDD60}" destId="{04A91245-6A36-4EE4-9BF5-32E30FD439C7}" srcOrd="4" destOrd="0" presId="urn:microsoft.com/office/officeart/2005/8/layout/vList2"/>
    <dgm:cxn modelId="{3EADCF91-2FDB-4792-B55F-5F7A291ADD81}" type="presParOf" srcId="{F7F7566C-CF64-4601-A3F0-510B42BDDD60}" destId="{9C2BB904-07E2-4402-B16D-048B98F4E4D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7201134-BEC0-4142-8ED4-750A9C0ACE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389608-0FE8-49B4-83C9-90BA7B6D137A}">
      <dgm:prSet custT="1"/>
      <dgm:spPr/>
      <dgm:t>
        <a:bodyPr/>
        <a:lstStyle/>
        <a:p>
          <a:r>
            <a:rPr lang="it-IT" sz="2000" noProof="0" dirty="0"/>
            <a:t>Implementazione di </a:t>
          </a:r>
          <a:r>
            <a:rPr lang="it-IT" sz="2000" b="1" noProof="0" dirty="0" err="1"/>
            <a:t>sonardevice</a:t>
          </a:r>
          <a:r>
            <a:rPr lang="it-IT" sz="2000" noProof="0" dirty="0"/>
            <a:t>:</a:t>
          </a:r>
        </a:p>
      </dgm:t>
    </dgm:pt>
    <dgm:pt modelId="{7B7B56E5-DF19-4F33-ABC1-76170C14402B}" type="parTrans" cxnId="{9D96A2EA-B914-43F2-9A0D-D3D1707F7C9D}">
      <dgm:prSet/>
      <dgm:spPr/>
      <dgm:t>
        <a:bodyPr/>
        <a:lstStyle/>
        <a:p>
          <a:endParaRPr lang="en-US"/>
        </a:p>
      </dgm:t>
    </dgm:pt>
    <dgm:pt modelId="{1455EB56-EAE1-4C69-A9C0-38FB5B1D2B4B}" type="sibTrans" cxnId="{9D96A2EA-B914-43F2-9A0D-D3D1707F7C9D}">
      <dgm:prSet/>
      <dgm:spPr/>
      <dgm:t>
        <a:bodyPr/>
        <a:lstStyle/>
        <a:p>
          <a:endParaRPr lang="en-US"/>
        </a:p>
      </dgm:t>
    </dgm:pt>
    <dgm:pt modelId="{C64D33FC-D851-49E3-8043-F799C82BF937}">
      <dgm:prSet custT="1"/>
      <dgm:spPr/>
      <dgm:t>
        <a:bodyPr/>
        <a:lstStyle/>
        <a:p>
          <a:r>
            <a:rPr lang="it-IT" sz="1800" b="0" noProof="0" dirty="0"/>
            <a:t>Lettura delle misurazioni e comunicazione a sonar</a:t>
          </a:r>
        </a:p>
      </dgm:t>
    </dgm:pt>
    <dgm:pt modelId="{95B8A35B-C7FE-4BFF-8134-6B076EE12BB4}" type="parTrans" cxnId="{CD6D230B-C35D-4411-9E83-15ED0E2ADDBD}">
      <dgm:prSet/>
      <dgm:spPr/>
      <dgm:t>
        <a:bodyPr/>
        <a:lstStyle/>
        <a:p>
          <a:endParaRPr lang="en-US"/>
        </a:p>
      </dgm:t>
    </dgm:pt>
    <dgm:pt modelId="{29D72FD3-9AB1-483B-BEDE-688205ED8B06}" type="sibTrans" cxnId="{CD6D230B-C35D-4411-9E83-15ED0E2ADDBD}">
      <dgm:prSet/>
      <dgm:spPr/>
      <dgm:t>
        <a:bodyPr/>
        <a:lstStyle/>
        <a:p>
          <a:endParaRPr lang="en-US"/>
        </a:p>
      </dgm:t>
    </dgm:pt>
    <dgm:pt modelId="{D870EFC3-5056-4545-877C-E94C26A64931}">
      <dgm:prSet custT="1"/>
      <dgm:spPr/>
      <dgm:t>
        <a:bodyPr/>
        <a:lstStyle/>
        <a:p>
          <a:r>
            <a:rPr lang="it-IT" sz="2000" noProof="0" dirty="0"/>
            <a:t>Implementazione di </a:t>
          </a:r>
          <a:r>
            <a:rPr lang="it-IT" sz="2000" b="1" noProof="0"/>
            <a:t>sonar</a:t>
          </a:r>
          <a:r>
            <a:rPr lang="it-IT" sz="2000" noProof="0"/>
            <a:t>:</a:t>
          </a:r>
          <a:endParaRPr lang="it-IT" sz="2000" noProof="0" dirty="0"/>
        </a:p>
      </dgm:t>
    </dgm:pt>
    <dgm:pt modelId="{33A70954-BA2B-47FD-A8B6-1A82C4FFEC16}" type="parTrans" cxnId="{DDBF82B8-9C8D-4E26-84F9-3F156A59314E}">
      <dgm:prSet/>
      <dgm:spPr/>
      <dgm:t>
        <a:bodyPr/>
        <a:lstStyle/>
        <a:p>
          <a:endParaRPr lang="en-US"/>
        </a:p>
      </dgm:t>
    </dgm:pt>
    <dgm:pt modelId="{E15A14CF-6689-4E6E-A0DE-54401BDCDBC3}" type="sibTrans" cxnId="{DDBF82B8-9C8D-4E26-84F9-3F156A59314E}">
      <dgm:prSet/>
      <dgm:spPr/>
      <dgm:t>
        <a:bodyPr/>
        <a:lstStyle/>
        <a:p>
          <a:endParaRPr lang="en-US"/>
        </a:p>
      </dgm:t>
    </dgm:pt>
    <dgm:pt modelId="{5E864119-3314-45F8-8537-C69FDCC6C272}">
      <dgm:prSet custT="1"/>
      <dgm:spPr/>
      <dgm:t>
        <a:bodyPr/>
        <a:lstStyle/>
        <a:p>
          <a:r>
            <a:rPr lang="it-IT" sz="2000" noProof="0" dirty="0"/>
            <a:t>Implementazione di </a:t>
          </a:r>
          <a:r>
            <a:rPr lang="it-IT" sz="2000" b="1" noProof="0" dirty="0"/>
            <a:t>led</a:t>
          </a:r>
          <a:r>
            <a:rPr lang="it-IT" sz="2000" noProof="0" dirty="0"/>
            <a:t>:</a:t>
          </a:r>
        </a:p>
      </dgm:t>
    </dgm:pt>
    <dgm:pt modelId="{C3E1470E-7A1E-408D-91DD-C75C9CB41F4B}" type="parTrans" cxnId="{9A4C621E-FE98-4139-8A00-62A727BB2138}">
      <dgm:prSet/>
      <dgm:spPr/>
      <dgm:t>
        <a:bodyPr/>
        <a:lstStyle/>
        <a:p>
          <a:endParaRPr lang="it-IT"/>
        </a:p>
      </dgm:t>
    </dgm:pt>
    <dgm:pt modelId="{72ECF3AA-1C07-4055-B8CE-E73EC67E66FC}" type="sibTrans" cxnId="{9A4C621E-FE98-4139-8A00-62A727BB2138}">
      <dgm:prSet/>
      <dgm:spPr/>
      <dgm:t>
        <a:bodyPr/>
        <a:lstStyle/>
        <a:p>
          <a:endParaRPr lang="it-IT"/>
        </a:p>
      </dgm:t>
    </dgm:pt>
    <dgm:pt modelId="{8683BD1B-AEB5-4588-9850-E6CA1BE803EA}">
      <dgm:prSet custT="1"/>
      <dgm:spPr/>
      <dgm:t>
        <a:bodyPr/>
        <a:lstStyle/>
        <a:p>
          <a:r>
            <a:rPr lang="it-IT" sz="1800" noProof="0" dirty="0"/>
            <a:t>Accensione e spegnimento del LED</a:t>
          </a:r>
        </a:p>
      </dgm:t>
    </dgm:pt>
    <dgm:pt modelId="{3CFC4576-1261-43F0-89D3-F79666880184}" type="parTrans" cxnId="{42DD9CFB-9DCA-4ECB-99B4-0211235ED4A4}">
      <dgm:prSet/>
      <dgm:spPr/>
      <dgm:t>
        <a:bodyPr/>
        <a:lstStyle/>
        <a:p>
          <a:endParaRPr lang="it-IT"/>
        </a:p>
      </dgm:t>
    </dgm:pt>
    <dgm:pt modelId="{C35956DE-5E8E-45B4-B3C1-367E5FC62DDF}" type="sibTrans" cxnId="{42DD9CFB-9DCA-4ECB-99B4-0211235ED4A4}">
      <dgm:prSet/>
      <dgm:spPr/>
      <dgm:t>
        <a:bodyPr/>
        <a:lstStyle/>
        <a:p>
          <a:endParaRPr lang="it-IT"/>
        </a:p>
      </dgm:t>
    </dgm:pt>
    <dgm:pt modelId="{7FB90062-BA94-4031-ADA8-72766DD6726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sz="1800" b="0" i="0" dirty="0"/>
            <a:t>Rilevazione della </a:t>
          </a:r>
          <a:r>
            <a:rPr lang="it-IT" sz="1800" b="1" i="0" dirty="0"/>
            <a:t>presenza del product container </a:t>
          </a:r>
          <a:r>
            <a:rPr lang="it-IT" sz="1800" b="0" i="0" dirty="0"/>
            <a:t>all'</a:t>
          </a:r>
          <a:r>
            <a:rPr lang="it-IT" sz="1800" b="0" i="0" dirty="0" err="1"/>
            <a:t>IOPort</a:t>
          </a:r>
          <a:endParaRPr lang="it-IT" sz="1800" b="0" noProof="0" dirty="0"/>
        </a:p>
      </dgm:t>
    </dgm:pt>
    <dgm:pt modelId="{7E836EAB-FC09-4B33-B8AC-B7A297E2D47C}" type="parTrans" cxnId="{31FCF2DE-8C06-47BF-B81F-D1F20DD3DBA0}">
      <dgm:prSet/>
      <dgm:spPr/>
      <dgm:t>
        <a:bodyPr/>
        <a:lstStyle/>
        <a:p>
          <a:endParaRPr lang="it-IT"/>
        </a:p>
      </dgm:t>
    </dgm:pt>
    <dgm:pt modelId="{362E945C-8FD9-4B3F-B7A6-414D1723FD6E}" type="sibTrans" cxnId="{31FCF2DE-8C06-47BF-B81F-D1F20DD3DBA0}">
      <dgm:prSet/>
      <dgm:spPr/>
      <dgm:t>
        <a:bodyPr/>
        <a:lstStyle/>
        <a:p>
          <a:endParaRPr lang="it-IT"/>
        </a:p>
      </dgm:t>
    </dgm:pt>
    <dgm:pt modelId="{E58BA8A7-B34C-484D-9F8E-34462120FD8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sz="1800" b="0" i="0" dirty="0"/>
            <a:t>Gestione delle situazioni di </a:t>
          </a:r>
          <a:r>
            <a:rPr lang="it-IT" sz="1800" b="1" i="0" dirty="0"/>
            <a:t>sonar </a:t>
          </a:r>
          <a:r>
            <a:rPr lang="it-IT" sz="1800" b="1" i="0" dirty="0" err="1"/>
            <a:t>failure</a:t>
          </a:r>
          <a:endParaRPr lang="it-IT" sz="1800" b="1" noProof="0" dirty="0"/>
        </a:p>
      </dgm:t>
    </dgm:pt>
    <dgm:pt modelId="{2B2B4538-1B83-4919-9134-C8E80809AB49}" type="parTrans" cxnId="{1A26A3E5-F53B-429A-9B0C-0C98EA522C3B}">
      <dgm:prSet/>
      <dgm:spPr/>
      <dgm:t>
        <a:bodyPr/>
        <a:lstStyle/>
        <a:p>
          <a:endParaRPr lang="it-IT"/>
        </a:p>
      </dgm:t>
    </dgm:pt>
    <dgm:pt modelId="{DD164503-F872-4EF3-8E06-0051652FA88F}" type="sibTrans" cxnId="{1A26A3E5-F53B-429A-9B0C-0C98EA522C3B}">
      <dgm:prSet/>
      <dgm:spPr/>
      <dgm:t>
        <a:bodyPr/>
        <a:lstStyle/>
        <a:p>
          <a:endParaRPr lang="it-IT"/>
        </a:p>
      </dgm:t>
    </dgm:pt>
    <dgm:pt modelId="{F7F7566C-CF64-4601-A3F0-510B42BDDD60}" type="pres">
      <dgm:prSet presAssocID="{37201134-BEC0-4142-8ED4-750A9C0ACE7B}" presName="linear" presStyleCnt="0">
        <dgm:presLayoutVars>
          <dgm:animLvl val="lvl"/>
          <dgm:resizeHandles val="exact"/>
        </dgm:presLayoutVars>
      </dgm:prSet>
      <dgm:spPr/>
    </dgm:pt>
    <dgm:pt modelId="{F637C8D8-F55A-4FF7-8461-381D74BB8DD0}" type="pres">
      <dgm:prSet presAssocID="{C3389608-0FE8-49B4-83C9-90BA7B6D137A}" presName="parentText" presStyleLbl="node1" presStyleIdx="0" presStyleCnt="3" custScaleY="43195" custLinFactNeighborX="176" custLinFactNeighborY="-7464">
        <dgm:presLayoutVars>
          <dgm:chMax val="0"/>
          <dgm:bulletEnabled val="1"/>
        </dgm:presLayoutVars>
      </dgm:prSet>
      <dgm:spPr/>
    </dgm:pt>
    <dgm:pt modelId="{B2146E2B-AC55-44C3-801C-7316C9BF9D9B}" type="pres">
      <dgm:prSet presAssocID="{C3389608-0FE8-49B4-83C9-90BA7B6D137A}" presName="childText" presStyleLbl="revTx" presStyleIdx="0" presStyleCnt="3" custScaleY="59842" custLinFactNeighborY="-6006">
        <dgm:presLayoutVars>
          <dgm:bulletEnabled val="1"/>
        </dgm:presLayoutVars>
      </dgm:prSet>
      <dgm:spPr/>
    </dgm:pt>
    <dgm:pt modelId="{DBC0A8BD-647B-425A-8852-12DB95BA59C1}" type="pres">
      <dgm:prSet presAssocID="{D870EFC3-5056-4545-877C-E94C26A64931}" presName="parentText" presStyleLbl="node1" presStyleIdx="1" presStyleCnt="3" custScaleY="43195" custLinFactNeighborX="176" custLinFactNeighborY="-6219">
        <dgm:presLayoutVars>
          <dgm:chMax val="0"/>
          <dgm:bulletEnabled val="1"/>
        </dgm:presLayoutVars>
      </dgm:prSet>
      <dgm:spPr/>
    </dgm:pt>
    <dgm:pt modelId="{89EB7604-18FD-4FB7-9C4C-15268E025804}" type="pres">
      <dgm:prSet presAssocID="{D870EFC3-5056-4545-877C-E94C26A64931}" presName="childText" presStyleLbl="revTx" presStyleIdx="1" presStyleCnt="3" custScaleY="87543" custLinFactNeighborY="-4936">
        <dgm:presLayoutVars>
          <dgm:bulletEnabled val="1"/>
        </dgm:presLayoutVars>
      </dgm:prSet>
      <dgm:spPr/>
    </dgm:pt>
    <dgm:pt modelId="{04A91245-6A36-4EE4-9BF5-32E30FD439C7}" type="pres">
      <dgm:prSet presAssocID="{5E864119-3314-45F8-8537-C69FDCC6C272}" presName="parentText" presStyleLbl="node1" presStyleIdx="2" presStyleCnt="3" custScaleY="43195" custLinFactNeighborY="-8618">
        <dgm:presLayoutVars>
          <dgm:chMax val="0"/>
          <dgm:bulletEnabled val="1"/>
        </dgm:presLayoutVars>
      </dgm:prSet>
      <dgm:spPr/>
    </dgm:pt>
    <dgm:pt modelId="{9C2BB904-07E2-4402-B16D-048B98F4E4D8}" type="pres">
      <dgm:prSet presAssocID="{5E864119-3314-45F8-8537-C69FDCC6C272}" presName="childText" presStyleLbl="revTx" presStyleIdx="2" presStyleCnt="3" custLinFactNeighborY="-7646">
        <dgm:presLayoutVars>
          <dgm:bulletEnabled val="1"/>
        </dgm:presLayoutVars>
      </dgm:prSet>
      <dgm:spPr/>
    </dgm:pt>
  </dgm:ptLst>
  <dgm:cxnLst>
    <dgm:cxn modelId="{CD6D230B-C35D-4411-9E83-15ED0E2ADDBD}" srcId="{C3389608-0FE8-49B4-83C9-90BA7B6D137A}" destId="{C64D33FC-D851-49E3-8043-F799C82BF937}" srcOrd="0" destOrd="0" parTransId="{95B8A35B-C7FE-4BFF-8134-6B076EE12BB4}" sibTransId="{29D72FD3-9AB1-483B-BEDE-688205ED8B06}"/>
    <dgm:cxn modelId="{9A4C621E-FE98-4139-8A00-62A727BB2138}" srcId="{37201134-BEC0-4142-8ED4-750A9C0ACE7B}" destId="{5E864119-3314-45F8-8537-C69FDCC6C272}" srcOrd="2" destOrd="0" parTransId="{C3E1470E-7A1E-408D-91DD-C75C9CB41F4B}" sibTransId="{72ECF3AA-1C07-4055-B8CE-E73EC67E66FC}"/>
    <dgm:cxn modelId="{FD65DA1F-1624-4E1E-BAF9-8068A934FBED}" type="presOf" srcId="{5E864119-3314-45F8-8537-C69FDCC6C272}" destId="{04A91245-6A36-4EE4-9BF5-32E30FD439C7}" srcOrd="0" destOrd="0" presId="urn:microsoft.com/office/officeart/2005/8/layout/vList2"/>
    <dgm:cxn modelId="{54D6233C-7F91-4339-ADD6-A80C8EABFA04}" type="presOf" srcId="{C64D33FC-D851-49E3-8043-F799C82BF937}" destId="{B2146E2B-AC55-44C3-801C-7316C9BF9D9B}" srcOrd="0" destOrd="0" presId="urn:microsoft.com/office/officeart/2005/8/layout/vList2"/>
    <dgm:cxn modelId="{C4441363-D16F-4866-B6B6-FF7FF80CAE08}" type="presOf" srcId="{D870EFC3-5056-4545-877C-E94C26A64931}" destId="{DBC0A8BD-647B-425A-8852-12DB95BA59C1}" srcOrd="0" destOrd="0" presId="urn:microsoft.com/office/officeart/2005/8/layout/vList2"/>
    <dgm:cxn modelId="{A3E21072-9768-4A82-8818-3FC34AF02CD5}" type="presOf" srcId="{7FB90062-BA94-4031-ADA8-72766DD6726D}" destId="{89EB7604-18FD-4FB7-9C4C-15268E025804}" srcOrd="0" destOrd="0" presId="urn:microsoft.com/office/officeart/2005/8/layout/vList2"/>
    <dgm:cxn modelId="{29C32A52-0F2D-4775-A3E5-72BEAE59B992}" type="presOf" srcId="{E58BA8A7-B34C-484D-9F8E-34462120FD87}" destId="{89EB7604-18FD-4FB7-9C4C-15268E025804}" srcOrd="0" destOrd="1" presId="urn:microsoft.com/office/officeart/2005/8/layout/vList2"/>
    <dgm:cxn modelId="{FCA02C56-C7C8-41F4-B10F-79939463F6EB}" type="presOf" srcId="{37201134-BEC0-4142-8ED4-750A9C0ACE7B}" destId="{F7F7566C-CF64-4601-A3F0-510B42BDDD60}" srcOrd="0" destOrd="0" presId="urn:microsoft.com/office/officeart/2005/8/layout/vList2"/>
    <dgm:cxn modelId="{F81C18A3-C109-47FA-A0C0-82A4A805E7DB}" type="presOf" srcId="{C3389608-0FE8-49B4-83C9-90BA7B6D137A}" destId="{F637C8D8-F55A-4FF7-8461-381D74BB8DD0}" srcOrd="0" destOrd="0" presId="urn:microsoft.com/office/officeart/2005/8/layout/vList2"/>
    <dgm:cxn modelId="{DDBF82B8-9C8D-4E26-84F9-3F156A59314E}" srcId="{37201134-BEC0-4142-8ED4-750A9C0ACE7B}" destId="{D870EFC3-5056-4545-877C-E94C26A64931}" srcOrd="1" destOrd="0" parTransId="{33A70954-BA2B-47FD-A8B6-1A82C4FFEC16}" sibTransId="{E15A14CF-6689-4E6E-A0DE-54401BDCDBC3}"/>
    <dgm:cxn modelId="{29340DCE-7DF0-4D16-8528-6AEDD841A904}" type="presOf" srcId="{8683BD1B-AEB5-4588-9850-E6CA1BE803EA}" destId="{9C2BB904-07E2-4402-B16D-048B98F4E4D8}" srcOrd="0" destOrd="0" presId="urn:microsoft.com/office/officeart/2005/8/layout/vList2"/>
    <dgm:cxn modelId="{31FCF2DE-8C06-47BF-B81F-D1F20DD3DBA0}" srcId="{D870EFC3-5056-4545-877C-E94C26A64931}" destId="{7FB90062-BA94-4031-ADA8-72766DD6726D}" srcOrd="0" destOrd="0" parTransId="{7E836EAB-FC09-4B33-B8AC-B7A297E2D47C}" sibTransId="{362E945C-8FD9-4B3F-B7A6-414D1723FD6E}"/>
    <dgm:cxn modelId="{1A26A3E5-F53B-429A-9B0C-0C98EA522C3B}" srcId="{D870EFC3-5056-4545-877C-E94C26A64931}" destId="{E58BA8A7-B34C-484D-9F8E-34462120FD87}" srcOrd="1" destOrd="0" parTransId="{2B2B4538-1B83-4919-9134-C8E80809AB49}" sibTransId="{DD164503-F872-4EF3-8E06-0051652FA88F}"/>
    <dgm:cxn modelId="{9D96A2EA-B914-43F2-9A0D-D3D1707F7C9D}" srcId="{37201134-BEC0-4142-8ED4-750A9C0ACE7B}" destId="{C3389608-0FE8-49B4-83C9-90BA7B6D137A}" srcOrd="0" destOrd="0" parTransId="{7B7B56E5-DF19-4F33-ABC1-76170C14402B}" sibTransId="{1455EB56-EAE1-4C69-A9C0-38FB5B1D2B4B}"/>
    <dgm:cxn modelId="{42DD9CFB-9DCA-4ECB-99B4-0211235ED4A4}" srcId="{5E864119-3314-45F8-8537-C69FDCC6C272}" destId="{8683BD1B-AEB5-4588-9850-E6CA1BE803EA}" srcOrd="0" destOrd="0" parTransId="{3CFC4576-1261-43F0-89D3-F79666880184}" sibTransId="{C35956DE-5E8E-45B4-B3C1-367E5FC62DDF}"/>
    <dgm:cxn modelId="{054AE4A5-1F9E-4A15-B8A4-1489F729A275}" type="presParOf" srcId="{F7F7566C-CF64-4601-A3F0-510B42BDDD60}" destId="{F637C8D8-F55A-4FF7-8461-381D74BB8DD0}" srcOrd="0" destOrd="0" presId="urn:microsoft.com/office/officeart/2005/8/layout/vList2"/>
    <dgm:cxn modelId="{8B02D99E-D4C3-406C-9695-9533F7C0BFE3}" type="presParOf" srcId="{F7F7566C-CF64-4601-A3F0-510B42BDDD60}" destId="{B2146E2B-AC55-44C3-801C-7316C9BF9D9B}" srcOrd="1" destOrd="0" presId="urn:microsoft.com/office/officeart/2005/8/layout/vList2"/>
    <dgm:cxn modelId="{294290D3-A6C4-4050-AAEF-F4D79CF44055}" type="presParOf" srcId="{F7F7566C-CF64-4601-A3F0-510B42BDDD60}" destId="{DBC0A8BD-647B-425A-8852-12DB95BA59C1}" srcOrd="2" destOrd="0" presId="urn:microsoft.com/office/officeart/2005/8/layout/vList2"/>
    <dgm:cxn modelId="{7FBBCD75-A535-4A9E-A501-76819F2733E2}" type="presParOf" srcId="{F7F7566C-CF64-4601-A3F0-510B42BDDD60}" destId="{89EB7604-18FD-4FB7-9C4C-15268E025804}" srcOrd="3" destOrd="0" presId="urn:microsoft.com/office/officeart/2005/8/layout/vList2"/>
    <dgm:cxn modelId="{2A4D8C47-066A-49CA-B3CE-B3E418349518}" type="presParOf" srcId="{F7F7566C-CF64-4601-A3F0-510B42BDDD60}" destId="{04A91245-6A36-4EE4-9BF5-32E30FD439C7}" srcOrd="4" destOrd="0" presId="urn:microsoft.com/office/officeart/2005/8/layout/vList2"/>
    <dgm:cxn modelId="{C0B02AE4-159E-478B-A129-4C7D0477950E}" type="presParOf" srcId="{F7F7566C-CF64-4601-A3F0-510B42BDDD60}" destId="{9C2BB904-07E2-4402-B16D-048B98F4E4D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7201134-BEC0-4142-8ED4-750A9C0ACE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389608-0FE8-49B4-83C9-90BA7B6D137A}">
      <dgm:prSet custT="1"/>
      <dgm:spPr/>
      <dgm:t>
        <a:bodyPr/>
        <a:lstStyle/>
        <a:p>
          <a:r>
            <a:rPr lang="it-IT" sz="2000" noProof="0" dirty="0"/>
            <a:t>Modellazione di </a:t>
          </a:r>
          <a:r>
            <a:rPr lang="it-IT" sz="2000" b="1" noProof="0" dirty="0" err="1"/>
            <a:t>webgui</a:t>
          </a:r>
          <a:r>
            <a:rPr lang="it-IT" sz="2000" noProof="0" dirty="0"/>
            <a:t>:</a:t>
          </a:r>
        </a:p>
      </dgm:t>
    </dgm:pt>
    <dgm:pt modelId="{7B7B56E5-DF19-4F33-ABC1-76170C14402B}" type="parTrans" cxnId="{9D96A2EA-B914-43F2-9A0D-D3D1707F7C9D}">
      <dgm:prSet/>
      <dgm:spPr/>
      <dgm:t>
        <a:bodyPr/>
        <a:lstStyle/>
        <a:p>
          <a:endParaRPr lang="en-US"/>
        </a:p>
      </dgm:t>
    </dgm:pt>
    <dgm:pt modelId="{1455EB56-EAE1-4C69-A9C0-38FB5B1D2B4B}" type="sibTrans" cxnId="{9D96A2EA-B914-43F2-9A0D-D3D1707F7C9D}">
      <dgm:prSet/>
      <dgm:spPr/>
      <dgm:t>
        <a:bodyPr/>
        <a:lstStyle/>
        <a:p>
          <a:endParaRPr lang="en-US"/>
        </a:p>
      </dgm:t>
    </dgm:pt>
    <dgm:pt modelId="{C64D33FC-D851-49E3-8043-F799C82BF937}">
      <dgm:prSet custT="1"/>
      <dgm:spPr/>
      <dgm:t>
        <a:bodyPr/>
        <a:lstStyle/>
        <a:p>
          <a:r>
            <a:rPr lang="it-IT" sz="1800" b="0" noProof="0" dirty="0"/>
            <a:t>Modellazione separata da </a:t>
          </a:r>
          <a:r>
            <a:rPr lang="it-IT" sz="1800" b="0" noProof="0" dirty="0" err="1"/>
            <a:t>cargoservice</a:t>
          </a:r>
          <a:r>
            <a:rPr lang="it-IT" sz="1800" b="0" noProof="0" dirty="0"/>
            <a:t> per rispettare il </a:t>
          </a:r>
          <a:r>
            <a:rPr lang="it-IT" sz="1800" b="1" noProof="0" dirty="0"/>
            <a:t>Single </a:t>
          </a:r>
          <a:r>
            <a:rPr lang="it-IT" sz="1800" b="1" noProof="0" dirty="0" err="1"/>
            <a:t>Responsibility</a:t>
          </a:r>
          <a:r>
            <a:rPr lang="it-IT" sz="1800" b="1" noProof="0" dirty="0"/>
            <a:t> </a:t>
          </a:r>
          <a:r>
            <a:rPr lang="it-IT" sz="1800" b="1" noProof="0" dirty="0" err="1"/>
            <a:t>Principle</a:t>
          </a:r>
          <a:endParaRPr lang="it-IT" sz="1800" b="1" noProof="0" dirty="0"/>
        </a:p>
      </dgm:t>
    </dgm:pt>
    <dgm:pt modelId="{95B8A35B-C7FE-4BFF-8134-6B076EE12BB4}" type="parTrans" cxnId="{CD6D230B-C35D-4411-9E83-15ED0E2ADDBD}">
      <dgm:prSet/>
      <dgm:spPr/>
      <dgm:t>
        <a:bodyPr/>
        <a:lstStyle/>
        <a:p>
          <a:endParaRPr lang="en-US"/>
        </a:p>
      </dgm:t>
    </dgm:pt>
    <dgm:pt modelId="{29D72FD3-9AB1-483B-BEDE-688205ED8B06}" type="sibTrans" cxnId="{CD6D230B-C35D-4411-9E83-15ED0E2ADDBD}">
      <dgm:prSet/>
      <dgm:spPr/>
      <dgm:t>
        <a:bodyPr/>
        <a:lstStyle/>
        <a:p>
          <a:endParaRPr lang="en-US"/>
        </a:p>
      </dgm:t>
    </dgm:pt>
    <dgm:pt modelId="{D870EFC3-5056-4545-877C-E94C26A64931}">
      <dgm:prSet custT="1"/>
      <dgm:spPr/>
      <dgm:t>
        <a:bodyPr/>
        <a:lstStyle/>
        <a:p>
          <a:r>
            <a:rPr lang="it-IT" sz="2000" noProof="0" dirty="0"/>
            <a:t>Modellazione di </a:t>
          </a:r>
          <a:r>
            <a:rPr lang="it-IT" sz="2000" b="1" noProof="0" dirty="0"/>
            <a:t>client</a:t>
          </a:r>
          <a:r>
            <a:rPr lang="it-IT" sz="2000" noProof="0" dirty="0"/>
            <a:t>:</a:t>
          </a:r>
        </a:p>
      </dgm:t>
    </dgm:pt>
    <dgm:pt modelId="{33A70954-BA2B-47FD-A8B6-1A82C4FFEC16}" type="parTrans" cxnId="{DDBF82B8-9C8D-4E26-84F9-3F156A59314E}">
      <dgm:prSet/>
      <dgm:spPr/>
      <dgm:t>
        <a:bodyPr/>
        <a:lstStyle/>
        <a:p>
          <a:endParaRPr lang="en-US"/>
        </a:p>
      </dgm:t>
    </dgm:pt>
    <dgm:pt modelId="{E15A14CF-6689-4E6E-A0DE-54401BDCDBC3}" type="sibTrans" cxnId="{DDBF82B8-9C8D-4E26-84F9-3F156A59314E}">
      <dgm:prSet/>
      <dgm:spPr/>
      <dgm:t>
        <a:bodyPr/>
        <a:lstStyle/>
        <a:p>
          <a:endParaRPr lang="en-US"/>
        </a:p>
      </dgm:t>
    </dgm:pt>
    <dgm:pt modelId="{FDC6F828-F8DA-4C77-997B-1162DB12B957}">
      <dgm:prSet custT="1"/>
      <dgm:spPr/>
      <dgm:t>
        <a:bodyPr/>
        <a:lstStyle/>
        <a:p>
          <a:r>
            <a:rPr lang="it-IT" sz="1800" b="1" noProof="0" dirty="0"/>
            <a:t>Interfaccia di interazione </a:t>
          </a:r>
          <a:r>
            <a:rPr lang="it-IT" sz="1800" noProof="0" dirty="0"/>
            <a:t>con l’utente</a:t>
          </a:r>
        </a:p>
      </dgm:t>
    </dgm:pt>
    <dgm:pt modelId="{D0770863-1EE2-4CCA-95E2-09D4BACBD334}" type="parTrans" cxnId="{C914E962-82D0-444C-8BC7-8AF07CA1400E}">
      <dgm:prSet/>
      <dgm:spPr/>
      <dgm:t>
        <a:bodyPr/>
        <a:lstStyle/>
        <a:p>
          <a:endParaRPr lang="en-US"/>
        </a:p>
      </dgm:t>
    </dgm:pt>
    <dgm:pt modelId="{F99A3B2B-16FE-4598-921B-D27CAD5C2E01}" type="sibTrans" cxnId="{C914E962-82D0-444C-8BC7-8AF07CA1400E}">
      <dgm:prSet/>
      <dgm:spPr/>
      <dgm:t>
        <a:bodyPr/>
        <a:lstStyle/>
        <a:p>
          <a:endParaRPr lang="en-US"/>
        </a:p>
      </dgm:t>
    </dgm:pt>
    <dgm:pt modelId="{5C4D2BF6-6562-4792-84F4-107C3703334C}">
      <dgm:prSet custT="1"/>
      <dgm:spPr/>
      <dgm:t>
        <a:bodyPr/>
        <a:lstStyle/>
        <a:p>
          <a:r>
            <a:rPr lang="it-IT" sz="1800" b="0" noProof="0" dirty="0"/>
            <a:t>Comunicazione disaccoppiata e scalabile tramite </a:t>
          </a:r>
          <a:r>
            <a:rPr lang="it-IT" sz="1800" b="1" noProof="0" dirty="0"/>
            <a:t>MQTT</a:t>
          </a:r>
        </a:p>
      </dgm:t>
    </dgm:pt>
    <dgm:pt modelId="{710DBFFE-6927-4ADD-A282-362A0CCA82A0}" type="parTrans" cxnId="{2F2B49DD-5ECE-4F70-8E4A-728A8CE45F45}">
      <dgm:prSet/>
      <dgm:spPr/>
      <dgm:t>
        <a:bodyPr/>
        <a:lstStyle/>
        <a:p>
          <a:endParaRPr lang="it-IT"/>
        </a:p>
      </dgm:t>
    </dgm:pt>
    <dgm:pt modelId="{5ED24026-4D1E-47A5-922E-9215695189DC}" type="sibTrans" cxnId="{2F2B49DD-5ECE-4F70-8E4A-728A8CE45F45}">
      <dgm:prSet/>
      <dgm:spPr/>
      <dgm:t>
        <a:bodyPr/>
        <a:lstStyle/>
        <a:p>
          <a:endParaRPr lang="it-IT"/>
        </a:p>
      </dgm:t>
    </dgm:pt>
    <dgm:pt modelId="{B11C71BD-CB8F-4865-9F16-0602A44F8150}">
      <dgm:prSet custT="1"/>
      <dgm:spPr/>
      <dgm:t>
        <a:bodyPr/>
        <a:lstStyle/>
        <a:p>
          <a:r>
            <a:rPr lang="it-IT" sz="1800" b="0" noProof="0" dirty="0"/>
            <a:t>Realizzazione di un servizio esterno </a:t>
          </a:r>
          <a:r>
            <a:rPr lang="it-IT" sz="1800" b="0" noProof="0" dirty="0" err="1"/>
            <a:t>Holdgui</a:t>
          </a:r>
          <a:r>
            <a:rPr lang="it-IT" sz="1800" b="0" noProof="0" dirty="0"/>
            <a:t> responsabile della comunicazione verso la GUI</a:t>
          </a:r>
        </a:p>
      </dgm:t>
    </dgm:pt>
    <dgm:pt modelId="{7E91AED5-1BCE-4888-B70E-D49E1A181EBE}" type="parTrans" cxnId="{5E8609FF-359D-4574-AC43-6E31A42EFF4D}">
      <dgm:prSet/>
      <dgm:spPr/>
      <dgm:t>
        <a:bodyPr/>
        <a:lstStyle/>
        <a:p>
          <a:endParaRPr lang="it-IT"/>
        </a:p>
      </dgm:t>
    </dgm:pt>
    <dgm:pt modelId="{3FC1B05D-08BF-4953-9042-841123E69F91}" type="sibTrans" cxnId="{5E8609FF-359D-4574-AC43-6E31A42EFF4D}">
      <dgm:prSet/>
      <dgm:spPr/>
      <dgm:t>
        <a:bodyPr/>
        <a:lstStyle/>
        <a:p>
          <a:endParaRPr lang="it-IT"/>
        </a:p>
      </dgm:t>
    </dgm:pt>
    <dgm:pt modelId="{EF9E181F-6FE3-48F7-A31F-22C456C60CF4}">
      <dgm:prSet custT="1"/>
      <dgm:spPr/>
      <dgm:t>
        <a:bodyPr/>
        <a:lstStyle/>
        <a:p>
          <a:r>
            <a:rPr lang="it-IT" sz="1800" noProof="0" dirty="0"/>
            <a:t>Comunicazione diretta con </a:t>
          </a:r>
          <a:r>
            <a:rPr lang="it-IT" sz="1800" noProof="0" dirty="0" err="1"/>
            <a:t>cargoservice</a:t>
          </a:r>
          <a:r>
            <a:rPr lang="it-IT" sz="1800" noProof="0" dirty="0"/>
            <a:t> e </a:t>
          </a:r>
          <a:r>
            <a:rPr lang="it-IT" sz="1800" noProof="0" dirty="0" err="1"/>
            <a:t>productservice</a:t>
          </a:r>
          <a:endParaRPr lang="it-IT" sz="1800" noProof="0" dirty="0"/>
        </a:p>
      </dgm:t>
    </dgm:pt>
    <dgm:pt modelId="{18A1DDD0-6EC1-44BB-A0CF-B33EDED58543}" type="parTrans" cxnId="{E17B1842-EB4A-42A3-B1E4-D72FBE9E97A5}">
      <dgm:prSet/>
      <dgm:spPr/>
      <dgm:t>
        <a:bodyPr/>
        <a:lstStyle/>
        <a:p>
          <a:endParaRPr lang="it-IT"/>
        </a:p>
      </dgm:t>
    </dgm:pt>
    <dgm:pt modelId="{3B05E247-5E77-4AF7-B074-0D937F4E2764}" type="sibTrans" cxnId="{E17B1842-EB4A-42A3-B1E4-D72FBE9E97A5}">
      <dgm:prSet/>
      <dgm:spPr/>
      <dgm:t>
        <a:bodyPr/>
        <a:lstStyle/>
        <a:p>
          <a:endParaRPr lang="it-IT"/>
        </a:p>
      </dgm:t>
    </dgm:pt>
    <dgm:pt modelId="{F7F7566C-CF64-4601-A3F0-510B42BDDD60}" type="pres">
      <dgm:prSet presAssocID="{37201134-BEC0-4142-8ED4-750A9C0ACE7B}" presName="linear" presStyleCnt="0">
        <dgm:presLayoutVars>
          <dgm:animLvl val="lvl"/>
          <dgm:resizeHandles val="exact"/>
        </dgm:presLayoutVars>
      </dgm:prSet>
      <dgm:spPr/>
    </dgm:pt>
    <dgm:pt modelId="{F637C8D8-F55A-4FF7-8461-381D74BB8DD0}" type="pres">
      <dgm:prSet presAssocID="{C3389608-0FE8-49B4-83C9-90BA7B6D137A}" presName="parentText" presStyleLbl="node1" presStyleIdx="0" presStyleCnt="2" custScaleY="43195" custLinFactNeighborY="-11622">
        <dgm:presLayoutVars>
          <dgm:chMax val="0"/>
          <dgm:bulletEnabled val="1"/>
        </dgm:presLayoutVars>
      </dgm:prSet>
      <dgm:spPr/>
    </dgm:pt>
    <dgm:pt modelId="{B2146E2B-AC55-44C3-801C-7316C9BF9D9B}" type="pres">
      <dgm:prSet presAssocID="{C3389608-0FE8-49B4-83C9-90BA7B6D137A}" presName="childText" presStyleLbl="revTx" presStyleIdx="0" presStyleCnt="2" custScaleY="108349" custLinFactNeighborY="-16121">
        <dgm:presLayoutVars>
          <dgm:bulletEnabled val="1"/>
        </dgm:presLayoutVars>
      </dgm:prSet>
      <dgm:spPr/>
    </dgm:pt>
    <dgm:pt modelId="{DBC0A8BD-647B-425A-8852-12DB95BA59C1}" type="pres">
      <dgm:prSet presAssocID="{D870EFC3-5056-4545-877C-E94C26A64931}" presName="parentText" presStyleLbl="node1" presStyleIdx="1" presStyleCnt="2" custScaleY="43195" custLinFactNeighborY="-23956">
        <dgm:presLayoutVars>
          <dgm:chMax val="0"/>
          <dgm:bulletEnabled val="1"/>
        </dgm:presLayoutVars>
      </dgm:prSet>
      <dgm:spPr/>
    </dgm:pt>
    <dgm:pt modelId="{89EB7604-18FD-4FB7-9C4C-15268E025804}" type="pres">
      <dgm:prSet presAssocID="{D870EFC3-5056-4545-877C-E94C26A64931}" presName="childText" presStyleLbl="revTx" presStyleIdx="1" presStyleCnt="2" custLinFactNeighborY="-20163">
        <dgm:presLayoutVars>
          <dgm:bulletEnabled val="1"/>
        </dgm:presLayoutVars>
      </dgm:prSet>
      <dgm:spPr/>
    </dgm:pt>
  </dgm:ptLst>
  <dgm:cxnLst>
    <dgm:cxn modelId="{CD6D230B-C35D-4411-9E83-15ED0E2ADDBD}" srcId="{C3389608-0FE8-49B4-83C9-90BA7B6D137A}" destId="{C64D33FC-D851-49E3-8043-F799C82BF937}" srcOrd="0" destOrd="0" parTransId="{95B8A35B-C7FE-4BFF-8134-6B076EE12BB4}" sibTransId="{29D72FD3-9AB1-483B-BEDE-688205ED8B06}"/>
    <dgm:cxn modelId="{D066AB2F-435A-4BDA-B926-B65E4D757A32}" type="presOf" srcId="{B11C71BD-CB8F-4865-9F16-0602A44F8150}" destId="{B2146E2B-AC55-44C3-801C-7316C9BF9D9B}" srcOrd="0" destOrd="1" presId="urn:microsoft.com/office/officeart/2005/8/layout/vList2"/>
    <dgm:cxn modelId="{7CDB4F36-8D0E-4181-B010-361298D14910}" type="presOf" srcId="{D870EFC3-5056-4545-877C-E94C26A64931}" destId="{DBC0A8BD-647B-425A-8852-12DB95BA59C1}" srcOrd="0" destOrd="0" presId="urn:microsoft.com/office/officeart/2005/8/layout/vList2"/>
    <dgm:cxn modelId="{E17B1842-EB4A-42A3-B1E4-D72FBE9E97A5}" srcId="{D870EFC3-5056-4545-877C-E94C26A64931}" destId="{EF9E181F-6FE3-48F7-A31F-22C456C60CF4}" srcOrd="1" destOrd="0" parTransId="{18A1DDD0-6EC1-44BB-A0CF-B33EDED58543}" sibTransId="{3B05E247-5E77-4AF7-B074-0D937F4E2764}"/>
    <dgm:cxn modelId="{C914E962-82D0-444C-8BC7-8AF07CA1400E}" srcId="{D870EFC3-5056-4545-877C-E94C26A64931}" destId="{FDC6F828-F8DA-4C77-997B-1162DB12B957}" srcOrd="0" destOrd="0" parTransId="{D0770863-1EE2-4CCA-95E2-09D4BACBD334}" sibTransId="{F99A3B2B-16FE-4598-921B-D27CAD5C2E01}"/>
    <dgm:cxn modelId="{FCA02C56-C7C8-41F4-B10F-79939463F6EB}" type="presOf" srcId="{37201134-BEC0-4142-8ED4-750A9C0ACE7B}" destId="{F7F7566C-CF64-4601-A3F0-510B42BDDD60}" srcOrd="0" destOrd="0" presId="urn:microsoft.com/office/officeart/2005/8/layout/vList2"/>
    <dgm:cxn modelId="{35CA01A2-594B-45F4-A330-4B59E85EF45D}" type="presOf" srcId="{FDC6F828-F8DA-4C77-997B-1162DB12B957}" destId="{89EB7604-18FD-4FB7-9C4C-15268E025804}" srcOrd="0" destOrd="0" presId="urn:microsoft.com/office/officeart/2005/8/layout/vList2"/>
    <dgm:cxn modelId="{825846A5-4A01-41BF-8588-F36F62286A86}" type="presOf" srcId="{5C4D2BF6-6562-4792-84F4-107C3703334C}" destId="{B2146E2B-AC55-44C3-801C-7316C9BF9D9B}" srcOrd="0" destOrd="2" presId="urn:microsoft.com/office/officeart/2005/8/layout/vList2"/>
    <dgm:cxn modelId="{159834B7-B5DC-4408-A1C7-BE1ACC96117E}" type="presOf" srcId="{C64D33FC-D851-49E3-8043-F799C82BF937}" destId="{B2146E2B-AC55-44C3-801C-7316C9BF9D9B}" srcOrd="0" destOrd="0" presId="urn:microsoft.com/office/officeart/2005/8/layout/vList2"/>
    <dgm:cxn modelId="{DDBF82B8-9C8D-4E26-84F9-3F156A59314E}" srcId="{37201134-BEC0-4142-8ED4-750A9C0ACE7B}" destId="{D870EFC3-5056-4545-877C-E94C26A64931}" srcOrd="1" destOrd="0" parTransId="{33A70954-BA2B-47FD-A8B6-1A82C4FFEC16}" sibTransId="{E15A14CF-6689-4E6E-A0DE-54401BDCDBC3}"/>
    <dgm:cxn modelId="{67DCE5B9-00B3-4A59-B8CE-D106317AD6F8}" type="presOf" srcId="{EF9E181F-6FE3-48F7-A31F-22C456C60CF4}" destId="{89EB7604-18FD-4FB7-9C4C-15268E025804}" srcOrd="0" destOrd="1" presId="urn:microsoft.com/office/officeart/2005/8/layout/vList2"/>
    <dgm:cxn modelId="{2F2B49DD-5ECE-4F70-8E4A-728A8CE45F45}" srcId="{C3389608-0FE8-49B4-83C9-90BA7B6D137A}" destId="{5C4D2BF6-6562-4792-84F4-107C3703334C}" srcOrd="2" destOrd="0" parTransId="{710DBFFE-6927-4ADD-A282-362A0CCA82A0}" sibTransId="{5ED24026-4D1E-47A5-922E-9215695189DC}"/>
    <dgm:cxn modelId="{C0E554E1-ACE5-43F8-B83E-4E9C7AC40992}" type="presOf" srcId="{C3389608-0FE8-49B4-83C9-90BA7B6D137A}" destId="{F637C8D8-F55A-4FF7-8461-381D74BB8DD0}" srcOrd="0" destOrd="0" presId="urn:microsoft.com/office/officeart/2005/8/layout/vList2"/>
    <dgm:cxn modelId="{9D96A2EA-B914-43F2-9A0D-D3D1707F7C9D}" srcId="{37201134-BEC0-4142-8ED4-750A9C0ACE7B}" destId="{C3389608-0FE8-49B4-83C9-90BA7B6D137A}" srcOrd="0" destOrd="0" parTransId="{7B7B56E5-DF19-4F33-ABC1-76170C14402B}" sibTransId="{1455EB56-EAE1-4C69-A9C0-38FB5B1D2B4B}"/>
    <dgm:cxn modelId="{5E8609FF-359D-4574-AC43-6E31A42EFF4D}" srcId="{C3389608-0FE8-49B4-83C9-90BA7B6D137A}" destId="{B11C71BD-CB8F-4865-9F16-0602A44F8150}" srcOrd="1" destOrd="0" parTransId="{7E91AED5-1BCE-4888-B70E-D49E1A181EBE}" sibTransId="{3FC1B05D-08BF-4953-9042-841123E69F91}"/>
    <dgm:cxn modelId="{32F5BC2D-147E-4565-9BB3-B16F6935D0A2}" type="presParOf" srcId="{F7F7566C-CF64-4601-A3F0-510B42BDDD60}" destId="{F637C8D8-F55A-4FF7-8461-381D74BB8DD0}" srcOrd="0" destOrd="0" presId="urn:microsoft.com/office/officeart/2005/8/layout/vList2"/>
    <dgm:cxn modelId="{BF8727A2-8227-4EB8-ABE9-A3F88E66ABAA}" type="presParOf" srcId="{F7F7566C-CF64-4601-A3F0-510B42BDDD60}" destId="{B2146E2B-AC55-44C3-801C-7316C9BF9D9B}" srcOrd="1" destOrd="0" presId="urn:microsoft.com/office/officeart/2005/8/layout/vList2"/>
    <dgm:cxn modelId="{691A1CB5-BC2E-479C-92D7-0090A37A26FF}" type="presParOf" srcId="{F7F7566C-CF64-4601-A3F0-510B42BDDD60}" destId="{DBC0A8BD-647B-425A-8852-12DB95BA59C1}" srcOrd="2" destOrd="0" presId="urn:microsoft.com/office/officeart/2005/8/layout/vList2"/>
    <dgm:cxn modelId="{D889CCAB-692E-4022-9E54-D7A1F0DEAFE3}" type="presParOf" srcId="{F7F7566C-CF64-4601-A3F0-510B42BDDD60}" destId="{89EB7604-18FD-4FB7-9C4C-15268E02580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7201134-BEC0-4142-8ED4-750A9C0ACE7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389608-0FE8-49B4-83C9-90BA7B6D137A}">
      <dgm:prSet custT="1"/>
      <dgm:spPr/>
      <dgm:t>
        <a:bodyPr/>
        <a:lstStyle/>
        <a:p>
          <a:r>
            <a:rPr lang="it-IT" sz="2000" noProof="0" dirty="0"/>
            <a:t>Implementazione di </a:t>
          </a:r>
          <a:r>
            <a:rPr lang="it-IT" sz="2000" b="1" noProof="0" dirty="0" err="1"/>
            <a:t>webgui</a:t>
          </a:r>
          <a:r>
            <a:rPr lang="it-IT" sz="2000" noProof="0" dirty="0"/>
            <a:t>:</a:t>
          </a:r>
        </a:p>
      </dgm:t>
    </dgm:pt>
    <dgm:pt modelId="{7B7B56E5-DF19-4F33-ABC1-76170C14402B}" type="parTrans" cxnId="{9D96A2EA-B914-43F2-9A0D-D3D1707F7C9D}">
      <dgm:prSet/>
      <dgm:spPr/>
      <dgm:t>
        <a:bodyPr/>
        <a:lstStyle/>
        <a:p>
          <a:endParaRPr lang="en-US"/>
        </a:p>
      </dgm:t>
    </dgm:pt>
    <dgm:pt modelId="{1455EB56-EAE1-4C69-A9C0-38FB5B1D2B4B}" type="sibTrans" cxnId="{9D96A2EA-B914-43F2-9A0D-D3D1707F7C9D}">
      <dgm:prSet/>
      <dgm:spPr/>
      <dgm:t>
        <a:bodyPr/>
        <a:lstStyle/>
        <a:p>
          <a:endParaRPr lang="en-US"/>
        </a:p>
      </dgm:t>
    </dgm:pt>
    <dgm:pt modelId="{C64D33FC-D851-49E3-8043-F799C82BF93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sz="1800" b="0" noProof="0" dirty="0"/>
            <a:t>Ricezione degli aggiornamenti di stato della </a:t>
          </a:r>
          <a:r>
            <a:rPr lang="it-IT" sz="1800" b="0" noProof="0" dirty="0" err="1"/>
            <a:t>Hold</a:t>
          </a:r>
          <a:r>
            <a:rPr lang="it-IT" sz="1800" b="0" noProof="0" dirty="0"/>
            <a:t> da </a:t>
          </a:r>
          <a:r>
            <a:rPr lang="it-IT" sz="1800" b="0" noProof="0" dirty="0" err="1"/>
            <a:t>cargoservice</a:t>
          </a:r>
          <a:r>
            <a:rPr lang="it-IT" sz="1800" b="0" noProof="0" dirty="0"/>
            <a:t> e invio delle informazioni a </a:t>
          </a:r>
          <a:r>
            <a:rPr lang="it-IT" sz="1800" b="1" noProof="0" dirty="0" err="1"/>
            <a:t>HoldGui</a:t>
          </a:r>
          <a:endParaRPr lang="it-IT" sz="1800" b="1" noProof="0" dirty="0"/>
        </a:p>
      </dgm:t>
    </dgm:pt>
    <dgm:pt modelId="{95B8A35B-C7FE-4BFF-8134-6B076EE12BB4}" type="parTrans" cxnId="{CD6D230B-C35D-4411-9E83-15ED0E2ADDBD}">
      <dgm:prSet/>
      <dgm:spPr/>
      <dgm:t>
        <a:bodyPr/>
        <a:lstStyle/>
        <a:p>
          <a:endParaRPr lang="en-US"/>
        </a:p>
      </dgm:t>
    </dgm:pt>
    <dgm:pt modelId="{29D72FD3-9AB1-483B-BEDE-688205ED8B06}" type="sibTrans" cxnId="{CD6D230B-C35D-4411-9E83-15ED0E2ADDBD}">
      <dgm:prSet/>
      <dgm:spPr/>
      <dgm:t>
        <a:bodyPr/>
        <a:lstStyle/>
        <a:p>
          <a:endParaRPr lang="en-US"/>
        </a:p>
      </dgm:t>
    </dgm:pt>
    <dgm:pt modelId="{D870EFC3-5056-4545-877C-E94C26A64931}">
      <dgm:prSet custT="1"/>
      <dgm:spPr/>
      <dgm:t>
        <a:bodyPr/>
        <a:lstStyle/>
        <a:p>
          <a:r>
            <a:rPr lang="it-IT" sz="2000" noProof="0" dirty="0"/>
            <a:t>Implementazione di </a:t>
          </a:r>
          <a:r>
            <a:rPr lang="it-IT" sz="2000" b="1" noProof="0" dirty="0"/>
            <a:t>client</a:t>
          </a:r>
          <a:r>
            <a:rPr lang="it-IT" sz="2000" noProof="0" dirty="0"/>
            <a:t>:</a:t>
          </a:r>
        </a:p>
      </dgm:t>
    </dgm:pt>
    <dgm:pt modelId="{33A70954-BA2B-47FD-A8B6-1A82C4FFEC16}" type="parTrans" cxnId="{DDBF82B8-9C8D-4E26-84F9-3F156A59314E}">
      <dgm:prSet/>
      <dgm:spPr/>
      <dgm:t>
        <a:bodyPr/>
        <a:lstStyle/>
        <a:p>
          <a:endParaRPr lang="en-US"/>
        </a:p>
      </dgm:t>
    </dgm:pt>
    <dgm:pt modelId="{E15A14CF-6689-4E6E-A0DE-54401BDCDBC3}" type="sibTrans" cxnId="{DDBF82B8-9C8D-4E26-84F9-3F156A59314E}">
      <dgm:prSet/>
      <dgm:spPr/>
      <dgm:t>
        <a:bodyPr/>
        <a:lstStyle/>
        <a:p>
          <a:endParaRPr lang="en-US"/>
        </a:p>
      </dgm:t>
    </dgm:pt>
    <dgm:pt modelId="{FDC6F828-F8DA-4C77-997B-1162DB12B957}">
      <dgm:prSet custT="1"/>
      <dgm:spPr/>
      <dgm:t>
        <a:bodyPr/>
        <a:lstStyle/>
        <a:p>
          <a:r>
            <a:rPr lang="it-IT" sz="1800" noProof="0" dirty="0"/>
            <a:t>Realizzato all’interno di un container </a:t>
          </a:r>
          <a:r>
            <a:rPr lang="it-IT" sz="1800" b="1" noProof="0" dirty="0"/>
            <a:t>Spring</a:t>
          </a:r>
        </a:p>
      </dgm:t>
    </dgm:pt>
    <dgm:pt modelId="{D0770863-1EE2-4CCA-95E2-09D4BACBD334}" type="parTrans" cxnId="{CA11518F-DE4E-4995-9EC2-B624E44CB816}">
      <dgm:prSet/>
      <dgm:spPr/>
      <dgm:t>
        <a:bodyPr/>
        <a:lstStyle/>
        <a:p>
          <a:endParaRPr lang="en-US"/>
        </a:p>
      </dgm:t>
    </dgm:pt>
    <dgm:pt modelId="{F99A3B2B-16FE-4598-921B-D27CAD5C2E01}" type="sibTrans" cxnId="{CA11518F-DE4E-4995-9EC2-B624E44CB816}">
      <dgm:prSet/>
      <dgm:spPr/>
      <dgm:t>
        <a:bodyPr/>
        <a:lstStyle/>
        <a:p>
          <a:endParaRPr lang="en-US"/>
        </a:p>
      </dgm:t>
    </dgm:pt>
    <dgm:pt modelId="{0C81B573-7911-42C1-8697-EA45B8783D26}">
      <dgm:prSet custT="1"/>
      <dgm:spPr/>
      <dgm:t>
        <a:bodyPr/>
        <a:lstStyle/>
        <a:p>
          <a:r>
            <a:rPr lang="it-IT" sz="1800" noProof="0" dirty="0"/>
            <a:t>Ricezione delle richieste del client e inoltro a </a:t>
          </a:r>
          <a:r>
            <a:rPr lang="it-IT" sz="1800" noProof="0" dirty="0" err="1"/>
            <a:t>productservice</a:t>
          </a:r>
          <a:r>
            <a:rPr lang="it-IT" sz="1800" noProof="0" dirty="0"/>
            <a:t> o </a:t>
          </a:r>
          <a:r>
            <a:rPr lang="it-IT" sz="1800" noProof="0" dirty="0" err="1"/>
            <a:t>cargoservice</a:t>
          </a:r>
          <a:endParaRPr lang="it-IT" sz="1800" noProof="0" dirty="0"/>
        </a:p>
      </dgm:t>
    </dgm:pt>
    <dgm:pt modelId="{716B6286-8092-4013-92FA-CD00DF0C112B}" type="parTrans" cxnId="{2490130D-7B67-49DD-9C4B-8D10813DDD02}">
      <dgm:prSet/>
      <dgm:spPr/>
      <dgm:t>
        <a:bodyPr/>
        <a:lstStyle/>
        <a:p>
          <a:endParaRPr lang="it-IT"/>
        </a:p>
      </dgm:t>
    </dgm:pt>
    <dgm:pt modelId="{2064145E-5DEC-4943-8FFD-554BA05B6AAD}" type="sibTrans" cxnId="{2490130D-7B67-49DD-9C4B-8D10813DDD02}">
      <dgm:prSet/>
      <dgm:spPr/>
      <dgm:t>
        <a:bodyPr/>
        <a:lstStyle/>
        <a:p>
          <a:endParaRPr lang="it-IT"/>
        </a:p>
      </dgm:t>
    </dgm:pt>
    <dgm:pt modelId="{23077D98-2B11-466C-9DFE-59189DD8923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sz="1800" b="0" noProof="0" dirty="0" err="1"/>
            <a:t>HoldGui</a:t>
          </a:r>
          <a:r>
            <a:rPr lang="it-IT" sz="1800" b="0" noProof="0" dirty="0"/>
            <a:t> realizzata all’interno di un container Spring</a:t>
          </a:r>
        </a:p>
      </dgm:t>
    </dgm:pt>
    <dgm:pt modelId="{FF5CCA9E-F0A3-4F22-ABB2-ED6692A82F8F}" type="parTrans" cxnId="{B7CB6787-85DC-4FF8-BD47-B13E8E3346FF}">
      <dgm:prSet/>
      <dgm:spPr/>
      <dgm:t>
        <a:bodyPr/>
        <a:lstStyle/>
        <a:p>
          <a:endParaRPr lang="it-IT"/>
        </a:p>
      </dgm:t>
    </dgm:pt>
    <dgm:pt modelId="{471321EA-5B05-484B-9100-510DFCFDEFC9}" type="sibTrans" cxnId="{B7CB6787-85DC-4FF8-BD47-B13E8E3346FF}">
      <dgm:prSet/>
      <dgm:spPr/>
      <dgm:t>
        <a:bodyPr/>
        <a:lstStyle/>
        <a:p>
          <a:endParaRPr lang="it-IT"/>
        </a:p>
      </dgm:t>
    </dgm:pt>
    <dgm:pt modelId="{F7F7566C-CF64-4601-A3F0-510B42BDDD60}" type="pres">
      <dgm:prSet presAssocID="{37201134-BEC0-4142-8ED4-750A9C0ACE7B}" presName="linear" presStyleCnt="0">
        <dgm:presLayoutVars>
          <dgm:animLvl val="lvl"/>
          <dgm:resizeHandles val="exact"/>
        </dgm:presLayoutVars>
      </dgm:prSet>
      <dgm:spPr/>
    </dgm:pt>
    <dgm:pt modelId="{F637C8D8-F55A-4FF7-8461-381D74BB8DD0}" type="pres">
      <dgm:prSet presAssocID="{C3389608-0FE8-49B4-83C9-90BA7B6D137A}" presName="parentText" presStyleLbl="node1" presStyleIdx="0" presStyleCnt="2" custScaleX="100000" custScaleY="43195" custLinFactNeighborY="-26277">
        <dgm:presLayoutVars>
          <dgm:chMax val="0"/>
          <dgm:bulletEnabled val="1"/>
        </dgm:presLayoutVars>
      </dgm:prSet>
      <dgm:spPr/>
    </dgm:pt>
    <dgm:pt modelId="{B2146E2B-AC55-44C3-801C-7316C9BF9D9B}" type="pres">
      <dgm:prSet presAssocID="{C3389608-0FE8-49B4-83C9-90BA7B6D137A}" presName="childText" presStyleLbl="revTx" presStyleIdx="0" presStyleCnt="2" custScaleY="111346" custLinFactNeighborY="-28568">
        <dgm:presLayoutVars>
          <dgm:bulletEnabled val="1"/>
        </dgm:presLayoutVars>
      </dgm:prSet>
      <dgm:spPr/>
    </dgm:pt>
    <dgm:pt modelId="{DBC0A8BD-647B-425A-8852-12DB95BA59C1}" type="pres">
      <dgm:prSet presAssocID="{D870EFC3-5056-4545-877C-E94C26A64931}" presName="parentText" presStyleLbl="node1" presStyleIdx="1" presStyleCnt="2" custScaleY="43195" custLinFactNeighborY="-9096">
        <dgm:presLayoutVars>
          <dgm:chMax val="0"/>
          <dgm:bulletEnabled val="1"/>
        </dgm:presLayoutVars>
      </dgm:prSet>
      <dgm:spPr/>
    </dgm:pt>
    <dgm:pt modelId="{89EB7604-18FD-4FB7-9C4C-15268E025804}" type="pres">
      <dgm:prSet presAssocID="{D870EFC3-5056-4545-877C-E94C26A64931}" presName="childText" presStyleLbl="revTx" presStyleIdx="1" presStyleCnt="2" custLinFactNeighborY="-6892">
        <dgm:presLayoutVars>
          <dgm:bulletEnabled val="1"/>
        </dgm:presLayoutVars>
      </dgm:prSet>
      <dgm:spPr/>
    </dgm:pt>
  </dgm:ptLst>
  <dgm:cxnLst>
    <dgm:cxn modelId="{CD6D230B-C35D-4411-9E83-15ED0E2ADDBD}" srcId="{C3389608-0FE8-49B4-83C9-90BA7B6D137A}" destId="{C64D33FC-D851-49E3-8043-F799C82BF937}" srcOrd="0" destOrd="0" parTransId="{95B8A35B-C7FE-4BFF-8134-6B076EE12BB4}" sibTransId="{29D72FD3-9AB1-483B-BEDE-688205ED8B06}"/>
    <dgm:cxn modelId="{2490130D-7B67-49DD-9C4B-8D10813DDD02}" srcId="{D870EFC3-5056-4545-877C-E94C26A64931}" destId="{0C81B573-7911-42C1-8697-EA45B8783D26}" srcOrd="1" destOrd="0" parTransId="{716B6286-8092-4013-92FA-CD00DF0C112B}" sibTransId="{2064145E-5DEC-4943-8FFD-554BA05B6AAD}"/>
    <dgm:cxn modelId="{7CDB4F36-8D0E-4181-B010-361298D14910}" type="presOf" srcId="{D870EFC3-5056-4545-877C-E94C26A64931}" destId="{DBC0A8BD-647B-425A-8852-12DB95BA59C1}" srcOrd="0" destOrd="0" presId="urn:microsoft.com/office/officeart/2005/8/layout/vList2"/>
    <dgm:cxn modelId="{AB5AAF5B-295B-4A15-907A-6581AB440759}" type="presOf" srcId="{0C81B573-7911-42C1-8697-EA45B8783D26}" destId="{89EB7604-18FD-4FB7-9C4C-15268E025804}" srcOrd="0" destOrd="1" presId="urn:microsoft.com/office/officeart/2005/8/layout/vList2"/>
    <dgm:cxn modelId="{9F654465-968B-4325-8308-60C5DA6134F3}" type="presOf" srcId="{FDC6F828-F8DA-4C77-997B-1162DB12B957}" destId="{89EB7604-18FD-4FB7-9C4C-15268E025804}" srcOrd="0" destOrd="0" presId="urn:microsoft.com/office/officeart/2005/8/layout/vList2"/>
    <dgm:cxn modelId="{25E78E47-86CF-4A02-AD14-6550B8E44437}" type="presOf" srcId="{23077D98-2B11-466C-9DFE-59189DD89238}" destId="{B2146E2B-AC55-44C3-801C-7316C9BF9D9B}" srcOrd="0" destOrd="1" presId="urn:microsoft.com/office/officeart/2005/8/layout/vList2"/>
    <dgm:cxn modelId="{FCA02C56-C7C8-41F4-B10F-79939463F6EB}" type="presOf" srcId="{37201134-BEC0-4142-8ED4-750A9C0ACE7B}" destId="{F7F7566C-CF64-4601-A3F0-510B42BDDD60}" srcOrd="0" destOrd="0" presId="urn:microsoft.com/office/officeart/2005/8/layout/vList2"/>
    <dgm:cxn modelId="{B7CB6787-85DC-4FF8-BD47-B13E8E3346FF}" srcId="{C3389608-0FE8-49B4-83C9-90BA7B6D137A}" destId="{23077D98-2B11-466C-9DFE-59189DD89238}" srcOrd="1" destOrd="0" parTransId="{FF5CCA9E-F0A3-4F22-ABB2-ED6692A82F8F}" sibTransId="{471321EA-5B05-484B-9100-510DFCFDEFC9}"/>
    <dgm:cxn modelId="{CA11518F-DE4E-4995-9EC2-B624E44CB816}" srcId="{D870EFC3-5056-4545-877C-E94C26A64931}" destId="{FDC6F828-F8DA-4C77-997B-1162DB12B957}" srcOrd="0" destOrd="0" parTransId="{D0770863-1EE2-4CCA-95E2-09D4BACBD334}" sibTransId="{F99A3B2B-16FE-4598-921B-D27CAD5C2E01}"/>
    <dgm:cxn modelId="{159834B7-B5DC-4408-A1C7-BE1ACC96117E}" type="presOf" srcId="{C64D33FC-D851-49E3-8043-F799C82BF937}" destId="{B2146E2B-AC55-44C3-801C-7316C9BF9D9B}" srcOrd="0" destOrd="0" presId="urn:microsoft.com/office/officeart/2005/8/layout/vList2"/>
    <dgm:cxn modelId="{DDBF82B8-9C8D-4E26-84F9-3F156A59314E}" srcId="{37201134-BEC0-4142-8ED4-750A9C0ACE7B}" destId="{D870EFC3-5056-4545-877C-E94C26A64931}" srcOrd="1" destOrd="0" parTransId="{33A70954-BA2B-47FD-A8B6-1A82C4FFEC16}" sibTransId="{E15A14CF-6689-4E6E-A0DE-54401BDCDBC3}"/>
    <dgm:cxn modelId="{C0E554E1-ACE5-43F8-B83E-4E9C7AC40992}" type="presOf" srcId="{C3389608-0FE8-49B4-83C9-90BA7B6D137A}" destId="{F637C8D8-F55A-4FF7-8461-381D74BB8DD0}" srcOrd="0" destOrd="0" presId="urn:microsoft.com/office/officeart/2005/8/layout/vList2"/>
    <dgm:cxn modelId="{9D96A2EA-B914-43F2-9A0D-D3D1707F7C9D}" srcId="{37201134-BEC0-4142-8ED4-750A9C0ACE7B}" destId="{C3389608-0FE8-49B4-83C9-90BA7B6D137A}" srcOrd="0" destOrd="0" parTransId="{7B7B56E5-DF19-4F33-ABC1-76170C14402B}" sibTransId="{1455EB56-EAE1-4C69-A9C0-38FB5B1D2B4B}"/>
    <dgm:cxn modelId="{32F5BC2D-147E-4565-9BB3-B16F6935D0A2}" type="presParOf" srcId="{F7F7566C-CF64-4601-A3F0-510B42BDDD60}" destId="{F637C8D8-F55A-4FF7-8461-381D74BB8DD0}" srcOrd="0" destOrd="0" presId="urn:microsoft.com/office/officeart/2005/8/layout/vList2"/>
    <dgm:cxn modelId="{BF8727A2-8227-4EB8-ABE9-A3F88E66ABAA}" type="presParOf" srcId="{F7F7566C-CF64-4601-A3F0-510B42BDDD60}" destId="{B2146E2B-AC55-44C3-801C-7316C9BF9D9B}" srcOrd="1" destOrd="0" presId="urn:microsoft.com/office/officeart/2005/8/layout/vList2"/>
    <dgm:cxn modelId="{691A1CB5-BC2E-479C-92D7-0090A37A26FF}" type="presParOf" srcId="{F7F7566C-CF64-4601-A3F0-510B42BDDD60}" destId="{DBC0A8BD-647B-425A-8852-12DB95BA59C1}" srcOrd="2" destOrd="0" presId="urn:microsoft.com/office/officeart/2005/8/layout/vList2"/>
    <dgm:cxn modelId="{DC1947D4-7E19-468E-A61C-F41A9F0C9EBE}" type="presParOf" srcId="{F7F7566C-CF64-4601-A3F0-510B42BDDD60}" destId="{89EB7604-18FD-4FB7-9C4C-15268E02580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31B3C9-D92B-4117-AF42-61B49E2497AD}">
      <dsp:nvSpPr>
        <dsp:cNvPr id="0" name=""/>
        <dsp:cNvSpPr/>
      </dsp:nvSpPr>
      <dsp:spPr>
        <a:xfrm>
          <a:off x="35234" y="201679"/>
          <a:ext cx="766779" cy="7667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69B600-3E7F-49DA-A1FE-3937F2EE2779}">
      <dsp:nvSpPr>
        <dsp:cNvPr id="0" name=""/>
        <dsp:cNvSpPr/>
      </dsp:nvSpPr>
      <dsp:spPr>
        <a:xfrm>
          <a:off x="196258" y="362702"/>
          <a:ext cx="444732" cy="4447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936B9-B204-4CC7-B16C-B0B1DFFAAEEA}">
      <dsp:nvSpPr>
        <dsp:cNvPr id="0" name=""/>
        <dsp:cNvSpPr/>
      </dsp:nvSpPr>
      <dsp:spPr>
        <a:xfrm>
          <a:off x="966324" y="201679"/>
          <a:ext cx="1807409" cy="766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noProof="0" dirty="0"/>
            <a:t>Formalizzazione dei </a:t>
          </a:r>
          <a:r>
            <a:rPr lang="it-IT" sz="1300" b="1" kern="1200" noProof="0" dirty="0"/>
            <a:t>requisiti del committente</a:t>
          </a:r>
          <a:endParaRPr lang="it-IT" sz="1300" kern="1200" noProof="0" dirty="0"/>
        </a:p>
      </dsp:txBody>
      <dsp:txXfrm>
        <a:off x="966324" y="201679"/>
        <a:ext cx="1807409" cy="766779"/>
      </dsp:txXfrm>
    </dsp:sp>
    <dsp:sp modelId="{DA2BD37A-79E2-422A-ADB0-220EDF61F2AF}">
      <dsp:nvSpPr>
        <dsp:cNvPr id="0" name=""/>
        <dsp:cNvSpPr/>
      </dsp:nvSpPr>
      <dsp:spPr>
        <a:xfrm>
          <a:off x="3088661" y="201679"/>
          <a:ext cx="766779" cy="7667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01F935-1098-40E1-8077-5A8C2AD18D46}">
      <dsp:nvSpPr>
        <dsp:cNvPr id="0" name=""/>
        <dsp:cNvSpPr/>
      </dsp:nvSpPr>
      <dsp:spPr>
        <a:xfrm>
          <a:off x="3249685" y="362702"/>
          <a:ext cx="444732" cy="4447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AEA69-43D5-45D5-BC89-9F8C88E01D36}">
      <dsp:nvSpPr>
        <dsp:cNvPr id="0" name=""/>
        <dsp:cNvSpPr/>
      </dsp:nvSpPr>
      <dsp:spPr>
        <a:xfrm>
          <a:off x="4019751" y="201679"/>
          <a:ext cx="1807409" cy="766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noProof="0" dirty="0"/>
            <a:t>Analisi dei componenti </a:t>
          </a:r>
          <a:r>
            <a:rPr lang="it-IT" sz="1300" b="1" kern="1200" noProof="0" dirty="0" err="1"/>
            <a:t>basicrobot</a:t>
          </a:r>
          <a:r>
            <a:rPr lang="it-IT" sz="1300" kern="1200" noProof="0" dirty="0"/>
            <a:t> e </a:t>
          </a:r>
          <a:r>
            <a:rPr lang="it-IT" sz="1300" b="1" kern="1200" noProof="0" dirty="0" err="1"/>
            <a:t>productservice</a:t>
          </a:r>
          <a:endParaRPr lang="it-IT" sz="1300" kern="1200" noProof="0" dirty="0"/>
        </a:p>
      </dsp:txBody>
      <dsp:txXfrm>
        <a:off x="4019751" y="201679"/>
        <a:ext cx="1807409" cy="766779"/>
      </dsp:txXfrm>
    </dsp:sp>
    <dsp:sp modelId="{7F72141E-C048-46FB-931D-DEF369846BB7}">
      <dsp:nvSpPr>
        <dsp:cNvPr id="0" name=""/>
        <dsp:cNvSpPr/>
      </dsp:nvSpPr>
      <dsp:spPr>
        <a:xfrm>
          <a:off x="35234" y="1664866"/>
          <a:ext cx="766779" cy="7667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550F39-0992-4B3E-9187-8BDB0A86E591}">
      <dsp:nvSpPr>
        <dsp:cNvPr id="0" name=""/>
        <dsp:cNvSpPr/>
      </dsp:nvSpPr>
      <dsp:spPr>
        <a:xfrm>
          <a:off x="196258" y="1825889"/>
          <a:ext cx="444732" cy="4447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29B48-CFFE-49E0-97B9-4113AE6FA3CE}">
      <dsp:nvSpPr>
        <dsp:cNvPr id="0" name=""/>
        <dsp:cNvSpPr/>
      </dsp:nvSpPr>
      <dsp:spPr>
        <a:xfrm>
          <a:off x="966324" y="1664866"/>
          <a:ext cx="1807409" cy="766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noProof="0" dirty="0"/>
            <a:t>Mappatura della </a:t>
          </a:r>
          <a:r>
            <a:rPr lang="it-IT" sz="1300" b="1" kern="1200" noProof="0" dirty="0" err="1"/>
            <a:t>Hold</a:t>
          </a:r>
          <a:endParaRPr lang="it-IT" sz="1300" kern="1200" noProof="0" dirty="0"/>
        </a:p>
      </dsp:txBody>
      <dsp:txXfrm>
        <a:off x="966324" y="1664866"/>
        <a:ext cx="1807409" cy="766779"/>
      </dsp:txXfrm>
    </dsp:sp>
    <dsp:sp modelId="{9CF86B7E-23B2-463C-9FB5-7EB22012CD83}">
      <dsp:nvSpPr>
        <dsp:cNvPr id="0" name=""/>
        <dsp:cNvSpPr/>
      </dsp:nvSpPr>
      <dsp:spPr>
        <a:xfrm>
          <a:off x="3088661" y="1664866"/>
          <a:ext cx="766779" cy="7667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61872D-8886-4D87-BF5A-927E46C2C721}">
      <dsp:nvSpPr>
        <dsp:cNvPr id="0" name=""/>
        <dsp:cNvSpPr/>
      </dsp:nvSpPr>
      <dsp:spPr>
        <a:xfrm>
          <a:off x="3249685" y="1825889"/>
          <a:ext cx="444732" cy="4447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12DEB-007B-4DAC-B6A9-AC0A90E201CB}">
      <dsp:nvSpPr>
        <dsp:cNvPr id="0" name=""/>
        <dsp:cNvSpPr/>
      </dsp:nvSpPr>
      <dsp:spPr>
        <a:xfrm>
          <a:off x="4019751" y="1664866"/>
          <a:ext cx="1807409" cy="766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noProof="0" dirty="0"/>
            <a:t>Definizione dell’</a:t>
          </a:r>
          <a:r>
            <a:rPr lang="it-IT" sz="1300" b="1" kern="1200" noProof="0" dirty="0"/>
            <a:t>architettura logica del sistema</a:t>
          </a:r>
          <a:endParaRPr lang="it-IT" sz="1300" kern="1200" noProof="0" dirty="0"/>
        </a:p>
      </dsp:txBody>
      <dsp:txXfrm>
        <a:off x="4019751" y="1664866"/>
        <a:ext cx="1807409" cy="766779"/>
      </dsp:txXfrm>
    </dsp:sp>
    <dsp:sp modelId="{EC64706F-0005-400B-AF55-5E1DC44F8EFB}">
      <dsp:nvSpPr>
        <dsp:cNvPr id="0" name=""/>
        <dsp:cNvSpPr/>
      </dsp:nvSpPr>
      <dsp:spPr>
        <a:xfrm>
          <a:off x="35234" y="3128052"/>
          <a:ext cx="766779" cy="76677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5A2B4E-56FC-492B-8040-27D908A2621F}">
      <dsp:nvSpPr>
        <dsp:cNvPr id="0" name=""/>
        <dsp:cNvSpPr/>
      </dsp:nvSpPr>
      <dsp:spPr>
        <a:xfrm>
          <a:off x="196258" y="3289076"/>
          <a:ext cx="444732" cy="44473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80F5E-167A-4F1C-B474-54BD1AC0C668}">
      <dsp:nvSpPr>
        <dsp:cNvPr id="0" name=""/>
        <dsp:cNvSpPr/>
      </dsp:nvSpPr>
      <dsp:spPr>
        <a:xfrm>
          <a:off x="966324" y="3128052"/>
          <a:ext cx="1807409" cy="766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noProof="0" dirty="0"/>
            <a:t>Definizione di un </a:t>
          </a:r>
          <a:r>
            <a:rPr lang="it-IT" sz="1300" b="1" kern="1200" noProof="0" dirty="0"/>
            <a:t>piano di testing </a:t>
          </a:r>
          <a:r>
            <a:rPr lang="it-IT" sz="1300" kern="1200" noProof="0" dirty="0"/>
            <a:t>iniziale</a:t>
          </a:r>
        </a:p>
      </dsp:txBody>
      <dsp:txXfrm>
        <a:off x="966324" y="3128052"/>
        <a:ext cx="1807409" cy="7667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7C8D8-F55A-4FF7-8461-381D74BB8DD0}">
      <dsp:nvSpPr>
        <dsp:cNvPr id="0" name=""/>
        <dsp:cNvSpPr/>
      </dsp:nvSpPr>
      <dsp:spPr>
        <a:xfrm>
          <a:off x="0" y="0"/>
          <a:ext cx="5410202" cy="52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Modellazione di </a:t>
          </a:r>
          <a:r>
            <a:rPr lang="it-IT" sz="2000" b="1" kern="1200" noProof="0" dirty="0" err="1"/>
            <a:t>cargoservice</a:t>
          </a:r>
          <a:r>
            <a:rPr lang="it-IT" sz="2000" kern="1200" noProof="0" dirty="0"/>
            <a:t>:</a:t>
          </a:r>
        </a:p>
      </dsp:txBody>
      <dsp:txXfrm>
        <a:off x="25587" y="25587"/>
        <a:ext cx="5359028" cy="472986"/>
      </dsp:txXfrm>
    </dsp:sp>
    <dsp:sp modelId="{B2146E2B-AC55-44C3-801C-7316C9BF9D9B}">
      <dsp:nvSpPr>
        <dsp:cNvPr id="0" name=""/>
        <dsp:cNvSpPr/>
      </dsp:nvSpPr>
      <dsp:spPr>
        <a:xfrm>
          <a:off x="0" y="531219"/>
          <a:ext cx="5410202" cy="1946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Ricezione e validazione delle </a:t>
          </a:r>
          <a:r>
            <a:rPr lang="it-IT" sz="1800" b="1" kern="1200" noProof="0" dirty="0"/>
            <a:t>richieste di carico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Coordinamento del rilevamento e della collocazione del </a:t>
          </a:r>
          <a:r>
            <a:rPr lang="it-IT" sz="1800" b="0" kern="1200" noProof="0" dirty="0"/>
            <a:t>product container </a:t>
          </a:r>
          <a:r>
            <a:rPr lang="it-IT" sz="1800" kern="1200" noProof="0" dirty="0"/>
            <a:t>nello </a:t>
          </a:r>
          <a:r>
            <a:rPr lang="it-IT" sz="1800" b="0" kern="1200" noProof="0" dirty="0"/>
            <a:t>Slot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Comunicazione dello stato aggiornato alla </a:t>
          </a:r>
          <a:r>
            <a:rPr lang="it-IT" sz="1800" b="0" kern="1200" noProof="0" dirty="0"/>
            <a:t>GUI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Gestione delle </a:t>
          </a:r>
          <a:r>
            <a:rPr lang="it-IT" sz="1800" b="0" kern="1200" noProof="0" dirty="0"/>
            <a:t>sonar</a:t>
          </a:r>
          <a:r>
            <a:rPr lang="it-IT" sz="1800" b="1" kern="1200" noProof="0" dirty="0"/>
            <a:t> </a:t>
          </a:r>
          <a:r>
            <a:rPr lang="it-IT" sz="1800" b="0" kern="1200" noProof="0" dirty="0" err="1"/>
            <a:t>failure</a:t>
          </a:r>
          <a:endParaRPr lang="it-IT" sz="1800" b="0" kern="1200" noProof="0" dirty="0"/>
        </a:p>
      </dsp:txBody>
      <dsp:txXfrm>
        <a:off x="0" y="531219"/>
        <a:ext cx="5410202" cy="1946843"/>
      </dsp:txXfrm>
    </dsp:sp>
    <dsp:sp modelId="{DBC0A8BD-647B-425A-8852-12DB95BA59C1}">
      <dsp:nvSpPr>
        <dsp:cNvPr id="0" name=""/>
        <dsp:cNvSpPr/>
      </dsp:nvSpPr>
      <dsp:spPr>
        <a:xfrm>
          <a:off x="0" y="2478062"/>
          <a:ext cx="5410202" cy="52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Modellazione di </a:t>
          </a:r>
          <a:r>
            <a:rPr lang="it-IT" sz="2000" b="1" kern="1200" noProof="0" dirty="0" err="1"/>
            <a:t>requestvalidator</a:t>
          </a:r>
          <a:r>
            <a:rPr lang="it-IT" sz="2000" kern="1200" noProof="0" dirty="0"/>
            <a:t>:</a:t>
          </a:r>
        </a:p>
      </dsp:txBody>
      <dsp:txXfrm>
        <a:off x="25587" y="2503649"/>
        <a:ext cx="5359028" cy="472986"/>
      </dsp:txXfrm>
    </dsp:sp>
    <dsp:sp modelId="{89EB7604-18FD-4FB7-9C4C-15268E025804}">
      <dsp:nvSpPr>
        <dsp:cNvPr id="0" name=""/>
        <dsp:cNvSpPr/>
      </dsp:nvSpPr>
      <dsp:spPr>
        <a:xfrm>
          <a:off x="0" y="3002222"/>
          <a:ext cx="5410202" cy="1391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b="1" kern="1200" noProof="0" dirty="0"/>
            <a:t>Validazione centralizzata </a:t>
          </a:r>
          <a:r>
            <a:rPr lang="it-IT" sz="1800" kern="1200" noProof="0" dirty="0"/>
            <a:t>delle richieste di carico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Separazione della validazione dalla logica applicativa di </a:t>
          </a:r>
          <a:r>
            <a:rPr lang="it-IT" sz="1800" kern="1200" noProof="0" dirty="0" err="1"/>
            <a:t>cargoservice</a:t>
          </a:r>
          <a:endParaRPr lang="it-IT" sz="1800" kern="1200" noProof="0" dirty="0"/>
        </a:p>
      </dsp:txBody>
      <dsp:txXfrm>
        <a:off x="0" y="3002222"/>
        <a:ext cx="5410202" cy="13910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7C8D8-F55A-4FF7-8461-381D74BB8DD0}">
      <dsp:nvSpPr>
        <dsp:cNvPr id="0" name=""/>
        <dsp:cNvSpPr/>
      </dsp:nvSpPr>
      <dsp:spPr>
        <a:xfrm>
          <a:off x="0" y="0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Implementazione di </a:t>
          </a:r>
          <a:r>
            <a:rPr lang="it-IT" sz="2000" b="1" kern="1200" noProof="0" dirty="0" err="1"/>
            <a:t>cargoservice</a:t>
          </a:r>
          <a:r>
            <a:rPr lang="it-IT" sz="2000" kern="1200" noProof="0" dirty="0"/>
            <a:t>:</a:t>
          </a:r>
        </a:p>
      </dsp:txBody>
      <dsp:txXfrm>
        <a:off x="25657" y="25657"/>
        <a:ext cx="5358888" cy="474282"/>
      </dsp:txXfrm>
    </dsp:sp>
    <dsp:sp modelId="{B2146E2B-AC55-44C3-801C-7316C9BF9D9B}">
      <dsp:nvSpPr>
        <dsp:cNvPr id="0" name=""/>
        <dsp:cNvSpPr/>
      </dsp:nvSpPr>
      <dsp:spPr>
        <a:xfrm>
          <a:off x="0" y="516397"/>
          <a:ext cx="5410202" cy="1947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Validazione della richiesta tramite </a:t>
          </a:r>
          <a:r>
            <a:rPr lang="it-IT" sz="1800" kern="1200" noProof="0" dirty="0" err="1"/>
            <a:t>requestvalidator</a:t>
          </a:r>
          <a:r>
            <a:rPr lang="it-IT" sz="1800" kern="1200" noProof="0" dirty="0"/>
            <a:t> e </a:t>
          </a:r>
          <a:r>
            <a:rPr lang="it-IT" sz="1800" kern="1200" noProof="0" dirty="0" err="1"/>
            <a:t>productservice</a:t>
          </a:r>
          <a:endParaRPr lang="it-IT" sz="1800" b="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Comunicazione dell’esito della richiesta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Gestione del carico del product container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Interruzione delle attività in caso di </a:t>
          </a:r>
          <a:r>
            <a:rPr lang="it-IT" sz="1800" b="1" kern="1200" noProof="0" dirty="0"/>
            <a:t>sonar </a:t>
          </a:r>
          <a:r>
            <a:rPr lang="it-IT" sz="1800" b="1" kern="1200" noProof="0" dirty="0" err="1"/>
            <a:t>failure</a:t>
          </a:r>
          <a:endParaRPr lang="it-IT" sz="1800" b="1" kern="1200" noProof="0" dirty="0"/>
        </a:p>
      </dsp:txBody>
      <dsp:txXfrm>
        <a:off x="0" y="516397"/>
        <a:ext cx="5410202" cy="1947608"/>
      </dsp:txXfrm>
    </dsp:sp>
    <dsp:sp modelId="{DBC0A8BD-647B-425A-8852-12DB95BA59C1}">
      <dsp:nvSpPr>
        <dsp:cNvPr id="0" name=""/>
        <dsp:cNvSpPr/>
      </dsp:nvSpPr>
      <dsp:spPr>
        <a:xfrm>
          <a:off x="0" y="2482400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Implementazione di </a:t>
          </a:r>
          <a:r>
            <a:rPr lang="it-IT" sz="2000" b="1" kern="1200" noProof="0" dirty="0" err="1"/>
            <a:t>requestvalidator</a:t>
          </a:r>
          <a:r>
            <a:rPr lang="it-IT" sz="2000" kern="1200" noProof="0" dirty="0"/>
            <a:t>:</a:t>
          </a:r>
        </a:p>
      </dsp:txBody>
      <dsp:txXfrm>
        <a:off x="25657" y="2508057"/>
        <a:ext cx="5358888" cy="474282"/>
      </dsp:txXfrm>
    </dsp:sp>
    <dsp:sp modelId="{89EB7604-18FD-4FB7-9C4C-15268E025804}">
      <dsp:nvSpPr>
        <dsp:cNvPr id="0" name=""/>
        <dsp:cNvSpPr/>
      </dsp:nvSpPr>
      <dsp:spPr>
        <a:xfrm>
          <a:off x="0" y="3007988"/>
          <a:ext cx="5410202" cy="1177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Controllo che il peso non superi il limite massimo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Controllo sulla disponibilità di Slot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Realizzazione delle classi </a:t>
          </a:r>
          <a:r>
            <a:rPr lang="it-IT" sz="1800" kern="1200" noProof="0" dirty="0" err="1"/>
            <a:t>helper</a:t>
          </a:r>
          <a:r>
            <a:rPr lang="it-IT" sz="1800" kern="1200" noProof="0" dirty="0"/>
            <a:t> </a:t>
          </a:r>
          <a:r>
            <a:rPr lang="it-IT" sz="1800" b="1" kern="1200" noProof="0" dirty="0" err="1"/>
            <a:t>Hold</a:t>
          </a:r>
          <a:r>
            <a:rPr lang="it-IT" sz="1800" b="1" kern="1200" noProof="0" dirty="0"/>
            <a:t> </a:t>
          </a:r>
          <a:r>
            <a:rPr lang="it-IT" sz="1800" kern="1200" noProof="0" dirty="0"/>
            <a:t>e </a:t>
          </a:r>
          <a:r>
            <a:rPr lang="it-IT" sz="1800" b="1" kern="1200" noProof="0" dirty="0"/>
            <a:t>Slot</a:t>
          </a:r>
        </a:p>
      </dsp:txBody>
      <dsp:txXfrm>
        <a:off x="0" y="3007988"/>
        <a:ext cx="5410202" cy="11773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7C8D8-F55A-4FF7-8461-381D74BB8DD0}">
      <dsp:nvSpPr>
        <dsp:cNvPr id="0" name=""/>
        <dsp:cNvSpPr/>
      </dsp:nvSpPr>
      <dsp:spPr>
        <a:xfrm>
          <a:off x="0" y="18103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Modellazione di </a:t>
          </a:r>
          <a:r>
            <a:rPr lang="it-IT" sz="2000" b="1" kern="1200" noProof="0" dirty="0" err="1"/>
            <a:t>cargorobot</a:t>
          </a:r>
          <a:r>
            <a:rPr lang="it-IT" sz="2000" kern="1200" noProof="0" dirty="0"/>
            <a:t>:</a:t>
          </a:r>
        </a:p>
      </dsp:txBody>
      <dsp:txXfrm>
        <a:off x="25657" y="43760"/>
        <a:ext cx="5358888" cy="474282"/>
      </dsp:txXfrm>
    </dsp:sp>
    <dsp:sp modelId="{B2146E2B-AC55-44C3-801C-7316C9BF9D9B}">
      <dsp:nvSpPr>
        <dsp:cNvPr id="0" name=""/>
        <dsp:cNvSpPr/>
      </dsp:nvSpPr>
      <dsp:spPr>
        <a:xfrm>
          <a:off x="0" y="543228"/>
          <a:ext cx="5410202" cy="149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b="1" kern="1200" noProof="0" dirty="0"/>
            <a:t>Gestione del movimento </a:t>
          </a:r>
          <a:r>
            <a:rPr lang="it-IT" sz="1800" b="0" kern="1200" noProof="0" dirty="0"/>
            <a:t>del </a:t>
          </a:r>
          <a:r>
            <a:rPr lang="it-IT" sz="1800" b="0" kern="1200" noProof="0" dirty="0" err="1"/>
            <a:t>basicrobot</a:t>
          </a:r>
          <a:r>
            <a:rPr lang="it-IT" sz="1800" b="0" kern="1200" noProof="0" dirty="0"/>
            <a:t> per il carico dei product container</a:t>
          </a:r>
        </a:p>
      </dsp:txBody>
      <dsp:txXfrm>
        <a:off x="0" y="543228"/>
        <a:ext cx="5410202" cy="1495119"/>
      </dsp:txXfrm>
    </dsp:sp>
    <dsp:sp modelId="{DBC0A8BD-647B-425A-8852-12DB95BA59C1}">
      <dsp:nvSpPr>
        <dsp:cNvPr id="0" name=""/>
        <dsp:cNvSpPr/>
      </dsp:nvSpPr>
      <dsp:spPr>
        <a:xfrm>
          <a:off x="0" y="2261074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Modellazione di </a:t>
          </a:r>
          <a:r>
            <a:rPr lang="it-IT" sz="2000" b="1" kern="1200" noProof="0" dirty="0" err="1"/>
            <a:t>moveexec</a:t>
          </a:r>
          <a:r>
            <a:rPr lang="it-IT" sz="2000" kern="1200" noProof="0" dirty="0"/>
            <a:t>:</a:t>
          </a:r>
        </a:p>
      </dsp:txBody>
      <dsp:txXfrm>
        <a:off x="25657" y="2286731"/>
        <a:ext cx="5358888" cy="474282"/>
      </dsp:txXfrm>
    </dsp:sp>
    <dsp:sp modelId="{89EB7604-18FD-4FB7-9C4C-15268E025804}">
      <dsp:nvSpPr>
        <dsp:cNvPr id="0" name=""/>
        <dsp:cNvSpPr/>
      </dsp:nvSpPr>
      <dsp:spPr>
        <a:xfrm>
          <a:off x="0" y="2788067"/>
          <a:ext cx="5410202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Interfacciamento diretto con </a:t>
          </a:r>
          <a:r>
            <a:rPr lang="it-IT" sz="1800" b="1" kern="1200" noProof="0" dirty="0" err="1"/>
            <a:t>basicrobot</a:t>
          </a:r>
          <a:endParaRPr lang="it-IT" sz="1800" b="1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Gestione delle </a:t>
          </a:r>
          <a:r>
            <a:rPr lang="it-IT" sz="1800" kern="1200" noProof="0" dirty="0" err="1"/>
            <a:t>sonarfailure</a:t>
          </a:r>
          <a:endParaRPr lang="it-IT" sz="1800" kern="1200" noProof="0" dirty="0"/>
        </a:p>
      </dsp:txBody>
      <dsp:txXfrm>
        <a:off x="0" y="2788067"/>
        <a:ext cx="5410202" cy="10764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7C8D8-F55A-4FF7-8461-381D74BB8DD0}">
      <dsp:nvSpPr>
        <dsp:cNvPr id="0" name=""/>
        <dsp:cNvSpPr/>
      </dsp:nvSpPr>
      <dsp:spPr>
        <a:xfrm>
          <a:off x="0" y="19395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Implementazione di </a:t>
          </a:r>
          <a:r>
            <a:rPr lang="it-IT" sz="2000" b="1" kern="1200" noProof="0" dirty="0" err="1"/>
            <a:t>cargorobot</a:t>
          </a:r>
          <a:r>
            <a:rPr lang="it-IT" sz="2000" kern="1200" noProof="0" dirty="0"/>
            <a:t>:</a:t>
          </a:r>
        </a:p>
      </dsp:txBody>
      <dsp:txXfrm>
        <a:off x="25657" y="45052"/>
        <a:ext cx="5358888" cy="474282"/>
      </dsp:txXfrm>
    </dsp:sp>
    <dsp:sp modelId="{B2146E2B-AC55-44C3-801C-7316C9BF9D9B}">
      <dsp:nvSpPr>
        <dsp:cNvPr id="0" name=""/>
        <dsp:cNvSpPr/>
      </dsp:nvSpPr>
      <dsp:spPr>
        <a:xfrm>
          <a:off x="0" y="546628"/>
          <a:ext cx="5410202" cy="16854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Tx/>
            <a:buNone/>
          </a:pPr>
          <a:r>
            <a:rPr lang="it-IT" sz="1800" b="0" kern="1200" noProof="0" dirty="0"/>
            <a:t>Gestione della richiesta suddivisa in fasi: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it-IT" sz="1800" b="1" kern="1200" noProof="0" dirty="0"/>
            <a:t>Fase 1</a:t>
          </a:r>
          <a:r>
            <a:rPr lang="it-IT" sz="1800" b="0" kern="1200" noProof="0" dirty="0"/>
            <a:t>: </a:t>
          </a:r>
          <a:r>
            <a:rPr lang="it-IT" sz="1800" b="0" i="0" kern="1200" noProof="0" dirty="0"/>
            <a:t>raggiungimento dell'</a:t>
          </a:r>
          <a:r>
            <a:rPr lang="it-IT" sz="1800" b="0" i="0" kern="1200" noProof="0" dirty="0" err="1"/>
            <a:t>IOPort</a:t>
          </a:r>
          <a:endParaRPr lang="it-IT" sz="1800" b="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it-IT" sz="1800" b="1" kern="1200" noProof="0" dirty="0"/>
            <a:t>Fase 2</a:t>
          </a:r>
          <a:r>
            <a:rPr lang="it-IT" sz="1800" b="0" kern="1200" noProof="0" dirty="0"/>
            <a:t>: raggiungimento della </a:t>
          </a:r>
          <a:r>
            <a:rPr lang="it-IT" sz="1800" b="0" kern="1200" noProof="0" dirty="0" err="1"/>
            <a:t>Unload</a:t>
          </a:r>
          <a:r>
            <a:rPr lang="it-IT" sz="1800" b="0" kern="1200" noProof="0" dirty="0"/>
            <a:t> Position dello Slot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it-IT" sz="1800" b="1" kern="1200" noProof="0" dirty="0"/>
            <a:t>Fase 3</a:t>
          </a:r>
          <a:r>
            <a:rPr lang="it-IT" sz="1800" b="0" kern="1200" noProof="0" dirty="0"/>
            <a:t>: ritorno alla Home</a:t>
          </a:r>
        </a:p>
      </dsp:txBody>
      <dsp:txXfrm>
        <a:off x="0" y="546628"/>
        <a:ext cx="5410202" cy="1685430"/>
      </dsp:txXfrm>
    </dsp:sp>
    <dsp:sp modelId="{DBC0A8BD-647B-425A-8852-12DB95BA59C1}">
      <dsp:nvSpPr>
        <dsp:cNvPr id="0" name=""/>
        <dsp:cNvSpPr/>
      </dsp:nvSpPr>
      <dsp:spPr>
        <a:xfrm>
          <a:off x="0" y="2259081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Implementazione di </a:t>
          </a:r>
          <a:r>
            <a:rPr lang="it-IT" sz="2000" b="1" kern="1200" noProof="0" dirty="0" err="1"/>
            <a:t>moveexec</a:t>
          </a:r>
          <a:r>
            <a:rPr lang="it-IT" sz="2000" kern="1200" noProof="0" dirty="0"/>
            <a:t>:</a:t>
          </a:r>
        </a:p>
      </dsp:txBody>
      <dsp:txXfrm>
        <a:off x="25657" y="2284738"/>
        <a:ext cx="5358888" cy="474282"/>
      </dsp:txXfrm>
    </dsp:sp>
    <dsp:sp modelId="{89EB7604-18FD-4FB7-9C4C-15268E025804}">
      <dsp:nvSpPr>
        <dsp:cNvPr id="0" name=""/>
        <dsp:cNvSpPr/>
      </dsp:nvSpPr>
      <dsp:spPr>
        <a:xfrm>
          <a:off x="0" y="2785082"/>
          <a:ext cx="5410202" cy="1143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Inoltro delle richieste di movimento a </a:t>
          </a:r>
          <a:r>
            <a:rPr lang="it-IT" sz="1800" kern="1200" noProof="0" dirty="0" err="1"/>
            <a:t>basicrobot</a:t>
          </a:r>
          <a:endParaRPr lang="it-IT" sz="180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b="1" kern="1200" noProof="0" dirty="0"/>
            <a:t>Gestione dell’interruzione </a:t>
          </a:r>
          <a:r>
            <a:rPr lang="it-IT" sz="1800" kern="1200" noProof="0" dirty="0"/>
            <a:t>dello spostamento del robot in caso di </a:t>
          </a:r>
          <a:r>
            <a:rPr lang="it-IT" sz="1800" kern="1200" noProof="0" dirty="0" err="1"/>
            <a:t>sonarfailure</a:t>
          </a:r>
          <a:endParaRPr lang="it-IT" sz="1800" kern="1200" noProof="0" dirty="0"/>
        </a:p>
      </dsp:txBody>
      <dsp:txXfrm>
        <a:off x="0" y="2785082"/>
        <a:ext cx="5410202" cy="11436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7C8D8-F55A-4FF7-8461-381D74BB8DD0}">
      <dsp:nvSpPr>
        <dsp:cNvPr id="0" name=""/>
        <dsp:cNvSpPr/>
      </dsp:nvSpPr>
      <dsp:spPr>
        <a:xfrm>
          <a:off x="0" y="0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Modellazione di </a:t>
          </a:r>
          <a:r>
            <a:rPr lang="it-IT" sz="2000" b="1" kern="1200" noProof="0" dirty="0" err="1"/>
            <a:t>sonardevice</a:t>
          </a:r>
          <a:r>
            <a:rPr lang="it-IT" sz="2000" kern="1200" noProof="0" dirty="0"/>
            <a:t>:</a:t>
          </a:r>
        </a:p>
      </dsp:txBody>
      <dsp:txXfrm>
        <a:off x="25657" y="25657"/>
        <a:ext cx="5358888" cy="474282"/>
      </dsp:txXfrm>
    </dsp:sp>
    <dsp:sp modelId="{B2146E2B-AC55-44C3-801C-7316C9BF9D9B}">
      <dsp:nvSpPr>
        <dsp:cNvPr id="0" name=""/>
        <dsp:cNvSpPr/>
      </dsp:nvSpPr>
      <dsp:spPr>
        <a:xfrm>
          <a:off x="0" y="532855"/>
          <a:ext cx="5410202" cy="644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b="0" kern="1200" noProof="0" dirty="0"/>
            <a:t>Componente incaricato della </a:t>
          </a:r>
          <a:r>
            <a:rPr lang="it-IT" sz="1800" b="1" kern="1200" noProof="0" dirty="0"/>
            <a:t>misurazione delle distanze</a:t>
          </a:r>
        </a:p>
      </dsp:txBody>
      <dsp:txXfrm>
        <a:off x="0" y="532855"/>
        <a:ext cx="5410202" cy="644139"/>
      </dsp:txXfrm>
    </dsp:sp>
    <dsp:sp modelId="{DBC0A8BD-647B-425A-8852-12DB95BA59C1}">
      <dsp:nvSpPr>
        <dsp:cNvPr id="0" name=""/>
        <dsp:cNvSpPr/>
      </dsp:nvSpPr>
      <dsp:spPr>
        <a:xfrm>
          <a:off x="0" y="1183134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Modellazione di </a:t>
          </a:r>
          <a:r>
            <a:rPr lang="it-IT" sz="2000" b="1" kern="1200" noProof="0" dirty="0"/>
            <a:t>sonar</a:t>
          </a:r>
          <a:r>
            <a:rPr lang="it-IT" sz="2000" kern="1200" noProof="0" dirty="0"/>
            <a:t>:</a:t>
          </a:r>
        </a:p>
      </dsp:txBody>
      <dsp:txXfrm>
        <a:off x="25657" y="1208791"/>
        <a:ext cx="5358888" cy="474282"/>
      </dsp:txXfrm>
    </dsp:sp>
    <dsp:sp modelId="{89EB7604-18FD-4FB7-9C4C-15268E025804}">
      <dsp:nvSpPr>
        <dsp:cNvPr id="0" name=""/>
        <dsp:cNvSpPr/>
      </dsp:nvSpPr>
      <dsp:spPr>
        <a:xfrm>
          <a:off x="0" y="1715611"/>
          <a:ext cx="5410202" cy="942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it-IT" sz="1800" b="1" i="0" kern="1200" dirty="0"/>
            <a:t>Valutazione delle misurazioni </a:t>
          </a:r>
          <a:r>
            <a:rPr lang="it-IT" sz="1800" b="0" i="0" kern="1200" dirty="0"/>
            <a:t>effettuate</a:t>
          </a:r>
          <a:endParaRPr lang="it-IT" sz="1800" b="0" kern="1200" noProof="0" dirty="0"/>
        </a:p>
      </dsp:txBody>
      <dsp:txXfrm>
        <a:off x="0" y="1715611"/>
        <a:ext cx="5410202" cy="942312"/>
      </dsp:txXfrm>
    </dsp:sp>
    <dsp:sp modelId="{04A91245-6A36-4EE4-9BF5-32E30FD439C7}">
      <dsp:nvSpPr>
        <dsp:cNvPr id="0" name=""/>
        <dsp:cNvSpPr/>
      </dsp:nvSpPr>
      <dsp:spPr>
        <a:xfrm>
          <a:off x="0" y="2627277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Modellazione di </a:t>
          </a:r>
          <a:r>
            <a:rPr lang="it-IT" sz="2000" b="1" kern="1200" noProof="0" dirty="0"/>
            <a:t>led</a:t>
          </a:r>
          <a:r>
            <a:rPr lang="it-IT" sz="2000" kern="1200" noProof="0" dirty="0"/>
            <a:t>:</a:t>
          </a:r>
        </a:p>
      </dsp:txBody>
      <dsp:txXfrm>
        <a:off x="25657" y="2652934"/>
        <a:ext cx="5358888" cy="474282"/>
      </dsp:txXfrm>
    </dsp:sp>
    <dsp:sp modelId="{9C2BB904-07E2-4402-B16D-048B98F4E4D8}">
      <dsp:nvSpPr>
        <dsp:cNvPr id="0" name=""/>
        <dsp:cNvSpPr/>
      </dsp:nvSpPr>
      <dsp:spPr>
        <a:xfrm>
          <a:off x="0" y="3161642"/>
          <a:ext cx="5410202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Gestione dello </a:t>
          </a:r>
          <a:r>
            <a:rPr lang="it-IT" sz="1800" b="1" kern="1200" noProof="0" dirty="0"/>
            <a:t>stato del LED</a:t>
          </a:r>
        </a:p>
      </dsp:txBody>
      <dsp:txXfrm>
        <a:off x="0" y="3161642"/>
        <a:ext cx="5410202" cy="10764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7C8D8-F55A-4FF7-8461-381D74BB8DD0}">
      <dsp:nvSpPr>
        <dsp:cNvPr id="0" name=""/>
        <dsp:cNvSpPr/>
      </dsp:nvSpPr>
      <dsp:spPr>
        <a:xfrm>
          <a:off x="0" y="0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Implementazione di </a:t>
          </a:r>
          <a:r>
            <a:rPr lang="it-IT" sz="2000" b="1" kern="1200" noProof="0" dirty="0" err="1"/>
            <a:t>sonardevice</a:t>
          </a:r>
          <a:r>
            <a:rPr lang="it-IT" sz="2000" kern="1200" noProof="0" dirty="0"/>
            <a:t>:</a:t>
          </a:r>
        </a:p>
      </dsp:txBody>
      <dsp:txXfrm>
        <a:off x="25657" y="25657"/>
        <a:ext cx="5358888" cy="474282"/>
      </dsp:txXfrm>
    </dsp:sp>
    <dsp:sp modelId="{B2146E2B-AC55-44C3-801C-7316C9BF9D9B}">
      <dsp:nvSpPr>
        <dsp:cNvPr id="0" name=""/>
        <dsp:cNvSpPr/>
      </dsp:nvSpPr>
      <dsp:spPr>
        <a:xfrm>
          <a:off x="0" y="532855"/>
          <a:ext cx="5410202" cy="644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b="0" kern="1200" noProof="0" dirty="0"/>
            <a:t>Lettura delle misurazioni e comunicazione a sonar</a:t>
          </a:r>
        </a:p>
      </dsp:txBody>
      <dsp:txXfrm>
        <a:off x="0" y="532855"/>
        <a:ext cx="5410202" cy="644139"/>
      </dsp:txXfrm>
    </dsp:sp>
    <dsp:sp modelId="{DBC0A8BD-647B-425A-8852-12DB95BA59C1}">
      <dsp:nvSpPr>
        <dsp:cNvPr id="0" name=""/>
        <dsp:cNvSpPr/>
      </dsp:nvSpPr>
      <dsp:spPr>
        <a:xfrm>
          <a:off x="0" y="1183134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Implementazione di </a:t>
          </a:r>
          <a:r>
            <a:rPr lang="it-IT" sz="2000" b="1" kern="1200" noProof="0"/>
            <a:t>sonar</a:t>
          </a:r>
          <a:r>
            <a:rPr lang="it-IT" sz="2000" kern="1200" noProof="0"/>
            <a:t>:</a:t>
          </a:r>
          <a:endParaRPr lang="it-IT" sz="2000" kern="1200" noProof="0" dirty="0"/>
        </a:p>
      </dsp:txBody>
      <dsp:txXfrm>
        <a:off x="25657" y="1208791"/>
        <a:ext cx="5358888" cy="474282"/>
      </dsp:txXfrm>
    </dsp:sp>
    <dsp:sp modelId="{89EB7604-18FD-4FB7-9C4C-15268E025804}">
      <dsp:nvSpPr>
        <dsp:cNvPr id="0" name=""/>
        <dsp:cNvSpPr/>
      </dsp:nvSpPr>
      <dsp:spPr>
        <a:xfrm>
          <a:off x="0" y="1715611"/>
          <a:ext cx="5410202" cy="942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it-IT" sz="1800" b="0" i="0" kern="1200" dirty="0"/>
            <a:t>Rilevazione della </a:t>
          </a:r>
          <a:r>
            <a:rPr lang="it-IT" sz="1800" b="1" i="0" kern="1200" dirty="0"/>
            <a:t>presenza del product container </a:t>
          </a:r>
          <a:r>
            <a:rPr lang="it-IT" sz="1800" b="0" i="0" kern="1200" dirty="0"/>
            <a:t>all'</a:t>
          </a:r>
          <a:r>
            <a:rPr lang="it-IT" sz="1800" b="0" i="0" kern="1200" dirty="0" err="1"/>
            <a:t>IOPort</a:t>
          </a:r>
          <a:endParaRPr lang="it-IT" sz="1800" b="0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it-IT" sz="1800" b="0" i="0" kern="1200" dirty="0"/>
            <a:t>Gestione delle situazioni di </a:t>
          </a:r>
          <a:r>
            <a:rPr lang="it-IT" sz="1800" b="1" i="0" kern="1200" dirty="0"/>
            <a:t>sonar </a:t>
          </a:r>
          <a:r>
            <a:rPr lang="it-IT" sz="1800" b="1" i="0" kern="1200" dirty="0" err="1"/>
            <a:t>failure</a:t>
          </a:r>
          <a:endParaRPr lang="it-IT" sz="1800" b="1" kern="1200" noProof="0" dirty="0"/>
        </a:p>
      </dsp:txBody>
      <dsp:txXfrm>
        <a:off x="0" y="1715611"/>
        <a:ext cx="5410202" cy="942312"/>
      </dsp:txXfrm>
    </dsp:sp>
    <dsp:sp modelId="{04A91245-6A36-4EE4-9BF5-32E30FD439C7}">
      <dsp:nvSpPr>
        <dsp:cNvPr id="0" name=""/>
        <dsp:cNvSpPr/>
      </dsp:nvSpPr>
      <dsp:spPr>
        <a:xfrm>
          <a:off x="0" y="2625221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Implementazione di </a:t>
          </a:r>
          <a:r>
            <a:rPr lang="it-IT" sz="2000" b="1" kern="1200" noProof="0" dirty="0"/>
            <a:t>led</a:t>
          </a:r>
          <a:r>
            <a:rPr lang="it-IT" sz="2000" kern="1200" noProof="0" dirty="0"/>
            <a:t>:</a:t>
          </a:r>
        </a:p>
      </dsp:txBody>
      <dsp:txXfrm>
        <a:off x="25657" y="2650878"/>
        <a:ext cx="5358888" cy="474282"/>
      </dsp:txXfrm>
    </dsp:sp>
    <dsp:sp modelId="{9C2BB904-07E2-4402-B16D-048B98F4E4D8}">
      <dsp:nvSpPr>
        <dsp:cNvPr id="0" name=""/>
        <dsp:cNvSpPr/>
      </dsp:nvSpPr>
      <dsp:spPr>
        <a:xfrm>
          <a:off x="0" y="3150545"/>
          <a:ext cx="5410202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Accensione e spegnimento del LED</a:t>
          </a:r>
        </a:p>
      </dsp:txBody>
      <dsp:txXfrm>
        <a:off x="0" y="3150545"/>
        <a:ext cx="5410202" cy="10764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7C8D8-F55A-4FF7-8461-381D74BB8DD0}">
      <dsp:nvSpPr>
        <dsp:cNvPr id="0" name=""/>
        <dsp:cNvSpPr/>
      </dsp:nvSpPr>
      <dsp:spPr>
        <a:xfrm>
          <a:off x="0" y="7617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Modellazione di </a:t>
          </a:r>
          <a:r>
            <a:rPr lang="it-IT" sz="2000" b="1" kern="1200" noProof="0" dirty="0" err="1"/>
            <a:t>webgui</a:t>
          </a:r>
          <a:r>
            <a:rPr lang="it-IT" sz="2000" kern="1200" noProof="0" dirty="0"/>
            <a:t>:</a:t>
          </a:r>
        </a:p>
      </dsp:txBody>
      <dsp:txXfrm>
        <a:off x="25657" y="33274"/>
        <a:ext cx="5358888" cy="474282"/>
      </dsp:txXfrm>
    </dsp:sp>
    <dsp:sp modelId="{B2146E2B-AC55-44C3-801C-7316C9BF9D9B}">
      <dsp:nvSpPr>
        <dsp:cNvPr id="0" name=""/>
        <dsp:cNvSpPr/>
      </dsp:nvSpPr>
      <dsp:spPr>
        <a:xfrm>
          <a:off x="0" y="536430"/>
          <a:ext cx="5410202" cy="185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b="0" kern="1200" noProof="0" dirty="0"/>
            <a:t>Modellazione separata da </a:t>
          </a:r>
          <a:r>
            <a:rPr lang="it-IT" sz="1800" b="0" kern="1200" noProof="0" dirty="0" err="1"/>
            <a:t>cargoservice</a:t>
          </a:r>
          <a:r>
            <a:rPr lang="it-IT" sz="1800" b="0" kern="1200" noProof="0" dirty="0"/>
            <a:t> per rispettare il </a:t>
          </a:r>
          <a:r>
            <a:rPr lang="it-IT" sz="1800" b="1" kern="1200" noProof="0" dirty="0"/>
            <a:t>Single </a:t>
          </a:r>
          <a:r>
            <a:rPr lang="it-IT" sz="1800" b="1" kern="1200" noProof="0" dirty="0" err="1"/>
            <a:t>Responsibility</a:t>
          </a:r>
          <a:r>
            <a:rPr lang="it-IT" sz="1800" b="1" kern="1200" noProof="0" dirty="0"/>
            <a:t> </a:t>
          </a:r>
          <a:r>
            <a:rPr lang="it-IT" sz="1800" b="1" kern="1200" noProof="0" dirty="0" err="1"/>
            <a:t>Principle</a:t>
          </a:r>
          <a:endParaRPr lang="it-IT" sz="1800" b="1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b="0" kern="1200" noProof="0" dirty="0"/>
            <a:t>Realizzazione di un servizio esterno </a:t>
          </a:r>
          <a:r>
            <a:rPr lang="it-IT" sz="1800" b="0" kern="1200" noProof="0" dirty="0" err="1"/>
            <a:t>Holdgui</a:t>
          </a:r>
          <a:r>
            <a:rPr lang="it-IT" sz="1800" b="0" kern="1200" noProof="0" dirty="0"/>
            <a:t> responsabile della comunicazione verso la GUI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b="0" kern="1200" noProof="0" dirty="0"/>
            <a:t>Comunicazione disaccoppiata e scalabile tramite </a:t>
          </a:r>
          <a:r>
            <a:rPr lang="it-IT" sz="1800" b="1" kern="1200" noProof="0" dirty="0"/>
            <a:t>MQTT</a:t>
          </a:r>
        </a:p>
      </dsp:txBody>
      <dsp:txXfrm>
        <a:off x="0" y="536430"/>
        <a:ext cx="5410202" cy="1858740"/>
      </dsp:txXfrm>
    </dsp:sp>
    <dsp:sp modelId="{DBC0A8BD-647B-425A-8852-12DB95BA59C1}">
      <dsp:nvSpPr>
        <dsp:cNvPr id="0" name=""/>
        <dsp:cNvSpPr/>
      </dsp:nvSpPr>
      <dsp:spPr>
        <a:xfrm>
          <a:off x="0" y="2333468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Modellazione di </a:t>
          </a:r>
          <a:r>
            <a:rPr lang="it-IT" sz="2000" b="1" kern="1200" noProof="0" dirty="0"/>
            <a:t>client</a:t>
          </a:r>
          <a:r>
            <a:rPr lang="it-IT" sz="2000" kern="1200" noProof="0" dirty="0"/>
            <a:t>:</a:t>
          </a:r>
        </a:p>
      </dsp:txBody>
      <dsp:txXfrm>
        <a:off x="25657" y="2359125"/>
        <a:ext cx="5358888" cy="474282"/>
      </dsp:txXfrm>
    </dsp:sp>
    <dsp:sp modelId="{89EB7604-18FD-4FB7-9C4C-15268E025804}">
      <dsp:nvSpPr>
        <dsp:cNvPr id="0" name=""/>
        <dsp:cNvSpPr/>
      </dsp:nvSpPr>
      <dsp:spPr>
        <a:xfrm>
          <a:off x="0" y="2871584"/>
          <a:ext cx="5410202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b="1" kern="1200" noProof="0" dirty="0"/>
            <a:t>Interfaccia di interazione </a:t>
          </a:r>
          <a:r>
            <a:rPr lang="it-IT" sz="1800" kern="1200" noProof="0" dirty="0"/>
            <a:t>con l’utente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Comunicazione diretta con </a:t>
          </a:r>
          <a:r>
            <a:rPr lang="it-IT" sz="1800" kern="1200" noProof="0" dirty="0" err="1"/>
            <a:t>cargoservice</a:t>
          </a:r>
          <a:r>
            <a:rPr lang="it-IT" sz="1800" kern="1200" noProof="0" dirty="0"/>
            <a:t> e </a:t>
          </a:r>
          <a:r>
            <a:rPr lang="it-IT" sz="1800" kern="1200" noProof="0" dirty="0" err="1"/>
            <a:t>productservice</a:t>
          </a:r>
          <a:endParaRPr lang="it-IT" sz="1800" kern="1200" noProof="0" dirty="0"/>
        </a:p>
      </dsp:txBody>
      <dsp:txXfrm>
        <a:off x="0" y="2871584"/>
        <a:ext cx="5410202" cy="10764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37C8D8-F55A-4FF7-8461-381D74BB8DD0}">
      <dsp:nvSpPr>
        <dsp:cNvPr id="0" name=""/>
        <dsp:cNvSpPr/>
      </dsp:nvSpPr>
      <dsp:spPr>
        <a:xfrm>
          <a:off x="0" y="6161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Implementazione di </a:t>
          </a:r>
          <a:r>
            <a:rPr lang="it-IT" sz="2000" b="1" kern="1200" noProof="0" dirty="0" err="1"/>
            <a:t>webgui</a:t>
          </a:r>
          <a:r>
            <a:rPr lang="it-IT" sz="2000" kern="1200" noProof="0" dirty="0"/>
            <a:t>:</a:t>
          </a:r>
        </a:p>
      </dsp:txBody>
      <dsp:txXfrm>
        <a:off x="25657" y="31818"/>
        <a:ext cx="5358888" cy="474282"/>
      </dsp:txXfrm>
    </dsp:sp>
    <dsp:sp modelId="{B2146E2B-AC55-44C3-801C-7316C9BF9D9B}">
      <dsp:nvSpPr>
        <dsp:cNvPr id="0" name=""/>
        <dsp:cNvSpPr/>
      </dsp:nvSpPr>
      <dsp:spPr>
        <a:xfrm>
          <a:off x="0" y="546538"/>
          <a:ext cx="5410202" cy="1535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it-IT" sz="1800" b="0" kern="1200" noProof="0" dirty="0"/>
            <a:t>Ricezione degli aggiornamenti di stato della </a:t>
          </a:r>
          <a:r>
            <a:rPr lang="it-IT" sz="1800" b="0" kern="1200" noProof="0" dirty="0" err="1"/>
            <a:t>Hold</a:t>
          </a:r>
          <a:r>
            <a:rPr lang="it-IT" sz="1800" b="0" kern="1200" noProof="0" dirty="0"/>
            <a:t> da </a:t>
          </a:r>
          <a:r>
            <a:rPr lang="it-IT" sz="1800" b="0" kern="1200" noProof="0" dirty="0" err="1"/>
            <a:t>cargoservice</a:t>
          </a:r>
          <a:r>
            <a:rPr lang="it-IT" sz="1800" b="0" kern="1200" noProof="0" dirty="0"/>
            <a:t> e invio delle informazioni a </a:t>
          </a:r>
          <a:r>
            <a:rPr lang="it-IT" sz="1800" b="1" kern="1200" noProof="0" dirty="0" err="1"/>
            <a:t>HoldGui</a:t>
          </a:r>
          <a:endParaRPr lang="it-IT" sz="1800" b="1" kern="1200" noProof="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it-IT" sz="1800" b="0" kern="1200" noProof="0" dirty="0" err="1"/>
            <a:t>HoldGui</a:t>
          </a:r>
          <a:r>
            <a:rPr lang="it-IT" sz="1800" b="0" kern="1200" noProof="0" dirty="0"/>
            <a:t> realizzata all’interno di un container Spring</a:t>
          </a:r>
        </a:p>
      </dsp:txBody>
      <dsp:txXfrm>
        <a:off x="0" y="546538"/>
        <a:ext cx="5410202" cy="1535614"/>
      </dsp:txXfrm>
    </dsp:sp>
    <dsp:sp modelId="{DBC0A8BD-647B-425A-8852-12DB95BA59C1}">
      <dsp:nvSpPr>
        <dsp:cNvPr id="0" name=""/>
        <dsp:cNvSpPr/>
      </dsp:nvSpPr>
      <dsp:spPr>
        <a:xfrm>
          <a:off x="0" y="2331858"/>
          <a:ext cx="5410202" cy="525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noProof="0" dirty="0"/>
            <a:t>Implementazione di </a:t>
          </a:r>
          <a:r>
            <a:rPr lang="it-IT" sz="2000" b="1" kern="1200" noProof="0" dirty="0"/>
            <a:t>client</a:t>
          </a:r>
          <a:r>
            <a:rPr lang="it-IT" sz="2000" kern="1200" noProof="0" dirty="0"/>
            <a:t>:</a:t>
          </a:r>
        </a:p>
      </dsp:txBody>
      <dsp:txXfrm>
        <a:off x="25657" y="2357515"/>
        <a:ext cx="5358888" cy="474282"/>
      </dsp:txXfrm>
    </dsp:sp>
    <dsp:sp modelId="{89EB7604-18FD-4FB7-9C4C-15268E025804}">
      <dsp:nvSpPr>
        <dsp:cNvPr id="0" name=""/>
        <dsp:cNvSpPr/>
      </dsp:nvSpPr>
      <dsp:spPr>
        <a:xfrm>
          <a:off x="0" y="2871503"/>
          <a:ext cx="5410202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77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Realizzato all’interno di un container </a:t>
          </a:r>
          <a:r>
            <a:rPr lang="it-IT" sz="1800" b="1" kern="1200" noProof="0" dirty="0"/>
            <a:t>Spring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800" kern="1200" noProof="0" dirty="0"/>
            <a:t>Ricezione delle richieste del client e inoltro a </a:t>
          </a:r>
          <a:r>
            <a:rPr lang="it-IT" sz="1800" kern="1200" noProof="0" dirty="0" err="1"/>
            <a:t>productservice</a:t>
          </a:r>
          <a:r>
            <a:rPr lang="it-IT" sz="1800" kern="1200" noProof="0" dirty="0"/>
            <a:t> o </a:t>
          </a:r>
          <a:r>
            <a:rPr lang="it-IT" sz="1800" kern="1200" noProof="0" dirty="0" err="1"/>
            <a:t>cargoservice</a:t>
          </a:r>
          <a:endParaRPr lang="it-IT" sz="1800" kern="1200" noProof="0" dirty="0"/>
        </a:p>
      </dsp:txBody>
      <dsp:txXfrm>
        <a:off x="0" y="2871503"/>
        <a:ext cx="5410202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9451-7F4F-48F7-9661-2B1C2EB7BD6E}" type="datetimeFigureOut">
              <a:rPr lang="it-IT" smtClean="0"/>
              <a:t>22/11/2025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C8205-DE80-478C-AD6F-2A649EE9AA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424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C8205-DE80-478C-AD6F-2A649EE9AA9A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3428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C8205-DE80-478C-AD6F-2A649EE9AA9A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2635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64B5-0BA8-CFF7-A7F6-F0DCAF078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D9946DE-CD14-87CF-9801-E07B7BBA9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EA93D4B-68B5-250D-5F62-192A83359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978BB87-485B-DBD5-E48E-6FF630CF8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C8205-DE80-478C-AD6F-2A649EE9AA9A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3325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6D3EE-E41E-B09D-48E1-CBD05B893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8FF2242-7BC4-10F3-5FD7-735327091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02E3A5E-C1F7-86EB-3BA1-6754F9D9F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9918644-7F01-5FC4-7DBC-F72FA9194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C8205-DE80-478C-AD6F-2A649EE9AA9A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8590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F0F02-4546-4E7D-20DF-CB3E2984D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E367072-EC8E-0404-597C-6E44E9911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1FBD210-329A-800E-9478-C94BF7EBA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A24A479-4A6A-2BE8-7345-B260E76F1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C8205-DE80-478C-AD6F-2A649EE9AA9A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5763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7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5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4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6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78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7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86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76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8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97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microsoft.com/office/2007/relationships/diagramDrawing" Target="../diagrams/drawing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9.xml"/><Relationship Id="rId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9.xml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59E6B5F-F78A-A292-C73C-910DBF771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it-IT" sz="5400" noProof="0" dirty="0"/>
              <a:t>Progetto ISS25</a:t>
            </a:r>
            <a:br>
              <a:rPr lang="it-IT" sz="5400" noProof="0" dirty="0"/>
            </a:br>
            <a:endParaRPr lang="it-IT" sz="5400" noProof="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019EEE2-1BF5-4C20-FF16-5B6BE252B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it-IT" sz="1700" noProof="0" dirty="0"/>
              <a:t>Andriy </a:t>
            </a:r>
            <a:r>
              <a:rPr lang="it-IT" sz="1700" noProof="0" dirty="0" err="1"/>
              <a:t>Hrynda</a:t>
            </a:r>
            <a:endParaRPr lang="it-IT" sz="1700" noProof="0" dirty="0"/>
          </a:p>
          <a:p>
            <a:pPr algn="l">
              <a:lnSpc>
                <a:spcPct val="110000"/>
              </a:lnSpc>
            </a:pPr>
            <a:r>
              <a:rPr lang="it-IT" sz="1700" noProof="0" dirty="0"/>
              <a:t>Gabriele Ielpo</a:t>
            </a:r>
          </a:p>
          <a:p>
            <a:pPr algn="l">
              <a:lnSpc>
                <a:spcPct val="110000"/>
              </a:lnSpc>
            </a:pPr>
            <a:r>
              <a:rPr lang="it-IT" sz="1700" noProof="0" dirty="0"/>
              <a:t>Simone Montagnini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3E4779-FBE3-C1BB-B079-7116FD63F6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18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41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A2C3239-3D66-31DC-0FD7-4F4E49CD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it-IT" sz="3300" noProof="0" dirty="0"/>
              <a:t>Sprint 0 – Analisi dei requisiti e definizione del sistema</a:t>
            </a:r>
          </a:p>
        </p:txBody>
      </p:sp>
      <p:graphicFrame>
        <p:nvGraphicFramePr>
          <p:cNvPr id="15" name="Segnaposto contenuto 3">
            <a:extLst>
              <a:ext uri="{FF2B5EF4-FFF2-40B4-BE49-F238E27FC236}">
                <a16:creationId xmlns:a16="http://schemas.microsoft.com/office/drawing/2014/main" id="{AEC90886-D999-52BD-BEC6-6C30F4033D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7157669"/>
              </p:ext>
            </p:extLst>
          </p:nvPr>
        </p:nvGraphicFramePr>
        <p:xfrm>
          <a:off x="612648" y="2356490"/>
          <a:ext cx="5862396" cy="4096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Immagine 7">
            <a:extLst>
              <a:ext uri="{FF2B5EF4-FFF2-40B4-BE49-F238E27FC236}">
                <a16:creationId xmlns:a16="http://schemas.microsoft.com/office/drawing/2014/main" id="{9226DE5D-55A4-1712-29A5-5567756FA14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410" t="10185" r="13152" b="12315"/>
          <a:stretch>
            <a:fillRect/>
          </a:stretch>
        </p:blipFill>
        <p:spPr>
          <a:xfrm>
            <a:off x="7392928" y="433384"/>
            <a:ext cx="4078439" cy="601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99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043A4E-C7BC-FA2A-6CED-3FEE25981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7"/>
            <a:ext cx="10745788" cy="747250"/>
          </a:xfrm>
        </p:spPr>
        <p:txBody>
          <a:bodyPr/>
          <a:lstStyle/>
          <a:p>
            <a:r>
              <a:rPr lang="it-IT" sz="3300" noProof="0" dirty="0"/>
              <a:t>Sprint</a:t>
            </a:r>
            <a:r>
              <a:rPr lang="it-IT" noProof="0" dirty="0"/>
              <a:t> 1 – Implementazione del core-business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A485454-27FC-2B84-8EDE-AD02642BF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94647"/>
            <a:ext cx="5157787" cy="497940"/>
          </a:xfrm>
        </p:spPr>
        <p:txBody>
          <a:bodyPr/>
          <a:lstStyle/>
          <a:p>
            <a:r>
              <a:rPr lang="it-IT" noProof="0" dirty="0"/>
              <a:t>Analisi</a:t>
            </a:r>
          </a:p>
        </p:txBody>
      </p:sp>
      <p:graphicFrame>
        <p:nvGraphicFramePr>
          <p:cNvPr id="15" name="Segnaposto contenuto 7">
            <a:extLst>
              <a:ext uri="{FF2B5EF4-FFF2-40B4-BE49-F238E27FC236}">
                <a16:creationId xmlns:a16="http://schemas.microsoft.com/office/drawing/2014/main" id="{D1882BC1-AF75-8B05-7E70-D59AE32C996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01225756"/>
              </p:ext>
            </p:extLst>
          </p:nvPr>
        </p:nvGraphicFramePr>
        <p:xfrm>
          <a:off x="609600" y="1792587"/>
          <a:ext cx="5410202" cy="4400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13611D3E-8A4E-1641-2B3F-D8E3014E3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94647"/>
            <a:ext cx="5183188" cy="497940"/>
          </a:xfrm>
        </p:spPr>
        <p:txBody>
          <a:bodyPr/>
          <a:lstStyle/>
          <a:p>
            <a:r>
              <a:rPr lang="it-IT" noProof="0" dirty="0"/>
              <a:t>Progettazione</a:t>
            </a:r>
          </a:p>
        </p:txBody>
      </p:sp>
      <p:graphicFrame>
        <p:nvGraphicFramePr>
          <p:cNvPr id="16" name="Segnaposto contenuto 7">
            <a:extLst>
              <a:ext uri="{FF2B5EF4-FFF2-40B4-BE49-F238E27FC236}">
                <a16:creationId xmlns:a16="http://schemas.microsoft.com/office/drawing/2014/main" id="{664088DA-ED93-30D0-886A-DBDA46DFFF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8045228"/>
              </p:ext>
            </p:extLst>
          </p:nvPr>
        </p:nvGraphicFramePr>
        <p:xfrm>
          <a:off x="6096000" y="1792587"/>
          <a:ext cx="5410202" cy="4400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6704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A464-28BA-7947-ED7A-DC7574F68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C9F114-11B8-09EC-6B89-C42D79408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7"/>
            <a:ext cx="10745788" cy="747250"/>
          </a:xfrm>
        </p:spPr>
        <p:txBody>
          <a:bodyPr/>
          <a:lstStyle/>
          <a:p>
            <a:r>
              <a:rPr lang="it-IT" sz="3300" noProof="0" dirty="0"/>
              <a:t>Sprint</a:t>
            </a:r>
            <a:r>
              <a:rPr lang="it-IT" noProof="0" dirty="0"/>
              <a:t> 2 – Movimento del Robot e I/O devices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0A8B688-36CA-73FD-8472-C8D3E0BBC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94647"/>
            <a:ext cx="5157787" cy="497940"/>
          </a:xfrm>
        </p:spPr>
        <p:txBody>
          <a:bodyPr/>
          <a:lstStyle/>
          <a:p>
            <a:r>
              <a:rPr lang="it-IT" noProof="0" dirty="0"/>
              <a:t>Analisi</a:t>
            </a:r>
          </a:p>
        </p:txBody>
      </p:sp>
      <p:graphicFrame>
        <p:nvGraphicFramePr>
          <p:cNvPr id="15" name="Segnaposto contenuto 7">
            <a:extLst>
              <a:ext uri="{FF2B5EF4-FFF2-40B4-BE49-F238E27FC236}">
                <a16:creationId xmlns:a16="http://schemas.microsoft.com/office/drawing/2014/main" id="{DB011F1E-391B-1FF0-1AA4-8D2263D0E96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70323622"/>
              </p:ext>
            </p:extLst>
          </p:nvPr>
        </p:nvGraphicFramePr>
        <p:xfrm>
          <a:off x="609600" y="1792587"/>
          <a:ext cx="5410202" cy="4400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C3CC53E9-7837-14C3-FB88-1A172120F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94647"/>
            <a:ext cx="5183188" cy="497940"/>
          </a:xfrm>
        </p:spPr>
        <p:txBody>
          <a:bodyPr/>
          <a:lstStyle/>
          <a:p>
            <a:r>
              <a:rPr lang="it-IT" noProof="0" dirty="0"/>
              <a:t>Progettazione</a:t>
            </a:r>
          </a:p>
        </p:txBody>
      </p:sp>
      <p:graphicFrame>
        <p:nvGraphicFramePr>
          <p:cNvPr id="4" name="Segnaposto contenuto 7">
            <a:extLst>
              <a:ext uri="{FF2B5EF4-FFF2-40B4-BE49-F238E27FC236}">
                <a16:creationId xmlns:a16="http://schemas.microsoft.com/office/drawing/2014/main" id="{9466199B-F330-D0CE-9B72-9BB61BB989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2977483"/>
              </p:ext>
            </p:extLst>
          </p:nvPr>
        </p:nvGraphicFramePr>
        <p:xfrm>
          <a:off x="6096000" y="1792587"/>
          <a:ext cx="5410202" cy="4400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428929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52493-3ED0-3942-DDB1-6C21CBA2E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312DD4-0EE6-FE7E-D943-727A3D51B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7"/>
            <a:ext cx="10745788" cy="747250"/>
          </a:xfrm>
        </p:spPr>
        <p:txBody>
          <a:bodyPr/>
          <a:lstStyle/>
          <a:p>
            <a:r>
              <a:rPr lang="it-IT" sz="3300" noProof="0" dirty="0"/>
              <a:t>Sprint</a:t>
            </a:r>
            <a:r>
              <a:rPr lang="it-IT" noProof="0" dirty="0"/>
              <a:t> 2 – Movimento del Robot e I/O devices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CD1F8343-EB35-22C7-8C6B-4EA0B1B00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94647"/>
            <a:ext cx="5157787" cy="497940"/>
          </a:xfrm>
        </p:spPr>
        <p:txBody>
          <a:bodyPr/>
          <a:lstStyle/>
          <a:p>
            <a:r>
              <a:rPr lang="it-IT" noProof="0" dirty="0"/>
              <a:t>Analisi</a:t>
            </a:r>
          </a:p>
        </p:txBody>
      </p:sp>
      <p:graphicFrame>
        <p:nvGraphicFramePr>
          <p:cNvPr id="15" name="Segnaposto contenuto 7">
            <a:extLst>
              <a:ext uri="{FF2B5EF4-FFF2-40B4-BE49-F238E27FC236}">
                <a16:creationId xmlns:a16="http://schemas.microsoft.com/office/drawing/2014/main" id="{958F3C6B-66F8-495B-2D79-4234DFF539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56061097"/>
              </p:ext>
            </p:extLst>
          </p:nvPr>
        </p:nvGraphicFramePr>
        <p:xfrm>
          <a:off x="609600" y="1792587"/>
          <a:ext cx="5410202" cy="4400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7B8AA266-24E1-1CF8-8ED3-719F99ECD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94647"/>
            <a:ext cx="5183188" cy="497940"/>
          </a:xfrm>
        </p:spPr>
        <p:txBody>
          <a:bodyPr/>
          <a:lstStyle/>
          <a:p>
            <a:r>
              <a:rPr lang="it-IT" noProof="0" dirty="0"/>
              <a:t>Progettazione</a:t>
            </a:r>
          </a:p>
        </p:txBody>
      </p:sp>
      <p:graphicFrame>
        <p:nvGraphicFramePr>
          <p:cNvPr id="3" name="Segnaposto contenuto 7">
            <a:extLst>
              <a:ext uri="{FF2B5EF4-FFF2-40B4-BE49-F238E27FC236}">
                <a16:creationId xmlns:a16="http://schemas.microsoft.com/office/drawing/2014/main" id="{D91E9A4B-C11F-BBB2-0513-F87B79D641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0280137"/>
              </p:ext>
            </p:extLst>
          </p:nvPr>
        </p:nvGraphicFramePr>
        <p:xfrm>
          <a:off x="6096001" y="1792587"/>
          <a:ext cx="5410202" cy="4400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470301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895C2-FD65-D3E4-49DE-AB338D979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6B02B4-9CE1-37DE-2773-B0EF946D0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7"/>
            <a:ext cx="10745788" cy="747250"/>
          </a:xfrm>
        </p:spPr>
        <p:txBody>
          <a:bodyPr/>
          <a:lstStyle/>
          <a:p>
            <a:r>
              <a:rPr lang="it-IT" sz="3300" noProof="0" dirty="0"/>
              <a:t>Sprint</a:t>
            </a:r>
            <a:r>
              <a:rPr lang="it-IT" noProof="0" dirty="0"/>
              <a:t> </a:t>
            </a:r>
            <a:r>
              <a:rPr lang="it-IT" dirty="0"/>
              <a:t>3</a:t>
            </a:r>
            <a:r>
              <a:rPr lang="it-IT" noProof="0" dirty="0"/>
              <a:t> – Interfaccia Web e Client Applicativo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0A843ABE-FBDB-9801-5D23-B4B678D29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94647"/>
            <a:ext cx="5157787" cy="497940"/>
          </a:xfrm>
        </p:spPr>
        <p:txBody>
          <a:bodyPr/>
          <a:lstStyle/>
          <a:p>
            <a:r>
              <a:rPr lang="it-IT" noProof="0" dirty="0"/>
              <a:t>Analisi</a:t>
            </a:r>
          </a:p>
        </p:txBody>
      </p:sp>
      <p:graphicFrame>
        <p:nvGraphicFramePr>
          <p:cNvPr id="15" name="Segnaposto contenuto 7">
            <a:extLst>
              <a:ext uri="{FF2B5EF4-FFF2-40B4-BE49-F238E27FC236}">
                <a16:creationId xmlns:a16="http://schemas.microsoft.com/office/drawing/2014/main" id="{828F14F4-4B91-4B1E-8143-644A2BBC5CE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71961358"/>
              </p:ext>
            </p:extLst>
          </p:nvPr>
        </p:nvGraphicFramePr>
        <p:xfrm>
          <a:off x="609600" y="1792587"/>
          <a:ext cx="5410202" cy="4400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FDCEF671-935A-DE8C-6E36-75ED059B5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94647"/>
            <a:ext cx="5183188" cy="497940"/>
          </a:xfrm>
        </p:spPr>
        <p:txBody>
          <a:bodyPr/>
          <a:lstStyle/>
          <a:p>
            <a:r>
              <a:rPr lang="it-IT" noProof="0" dirty="0"/>
              <a:t>Progettazione</a:t>
            </a:r>
          </a:p>
        </p:txBody>
      </p:sp>
      <p:graphicFrame>
        <p:nvGraphicFramePr>
          <p:cNvPr id="4" name="Segnaposto contenuto 7">
            <a:extLst>
              <a:ext uri="{FF2B5EF4-FFF2-40B4-BE49-F238E27FC236}">
                <a16:creationId xmlns:a16="http://schemas.microsoft.com/office/drawing/2014/main" id="{09BDD3D0-292F-AC2B-BB69-A76F531184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7225170"/>
              </p:ext>
            </p:extLst>
          </p:nvPr>
        </p:nvGraphicFramePr>
        <p:xfrm>
          <a:off x="6096000" y="1792587"/>
          <a:ext cx="5410202" cy="4400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886179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FF51C3B1-92EB-0FC6-D81B-5AED851E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Architettura finale</a:t>
            </a:r>
          </a:p>
        </p:txBody>
      </p:sp>
      <p:pic>
        <p:nvPicPr>
          <p:cNvPr id="9" name="Immagine 8" descr="Immagine che contiene testo, diagramma, schermata, Piano">
            <a:extLst>
              <a:ext uri="{FF2B5EF4-FFF2-40B4-BE49-F238E27FC236}">
                <a16:creationId xmlns:a16="http://schemas.microsoft.com/office/drawing/2014/main" id="{C4D8E7D1-14E3-3DFC-6B78-9F2B46707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6" t="11025" r="6763" b="13567"/>
          <a:stretch>
            <a:fillRect/>
          </a:stretch>
        </p:blipFill>
        <p:spPr>
          <a:xfrm>
            <a:off x="190500" y="1336847"/>
            <a:ext cx="8617598" cy="4962526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Immagine 5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8080205D-A780-2455-8560-857BEEFCB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3" t="20464" r="14153" b="24931"/>
          <a:stretch>
            <a:fillRect/>
          </a:stretch>
        </p:blipFill>
        <p:spPr>
          <a:xfrm>
            <a:off x="5504978" y="439908"/>
            <a:ext cx="6505575" cy="366129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2405859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436</Words>
  <Application>Microsoft Office PowerPoint</Application>
  <PresentationFormat>Widescreen</PresentationFormat>
  <Paragraphs>84</Paragraphs>
  <Slides>7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Arial</vt:lpstr>
      <vt:lpstr>Neue Haas Grotesk Text Pro</vt:lpstr>
      <vt:lpstr>VanillaVTI</vt:lpstr>
      <vt:lpstr>Progetto ISS25 </vt:lpstr>
      <vt:lpstr>Sprint 0 – Analisi dei requisiti e definizione del sistema</vt:lpstr>
      <vt:lpstr>Sprint 1 – Implementazione del core-business</vt:lpstr>
      <vt:lpstr>Sprint 2 – Movimento del Robot e I/O devices </vt:lpstr>
      <vt:lpstr>Sprint 2 – Movimento del Robot e I/O devices </vt:lpstr>
      <vt:lpstr>Sprint 3 – Interfaccia Web e Client Applicativo </vt:lpstr>
      <vt:lpstr>Architettura finale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Montagnini - simone.montagnini@studio.unibo.it</dc:creator>
  <cp:lastModifiedBy>Simone Montagnini - simone.montagnini@studio.unibo.it</cp:lastModifiedBy>
  <cp:revision>6</cp:revision>
  <dcterms:created xsi:type="dcterms:W3CDTF">2025-11-18T14:09:59Z</dcterms:created>
  <dcterms:modified xsi:type="dcterms:W3CDTF">2025-11-22T09:32:15Z</dcterms:modified>
</cp:coreProperties>
</file>